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24c11ce40fa4b02" /><Relationship Type="http://schemas.openxmlformats.org/officeDocument/2006/relationships/extended-properties" Target="/docProps/app.xml" Id="Rb2f0ea079ab242f0" /><Relationship Type="http://schemas.openxmlformats.org/officeDocument/2006/relationships/officeDocument" Target="/ppt/presentation.xml" Id="R636a9ade27e24578" /></Relationships>
</file>

<file path=ppt/presentation.xml><?xml version="1.0" encoding="utf-8"?>
<p:presentation xmlns:p="http://schemas.openxmlformats.org/presentationml/2006/main">
  <p:sldMasterIdLst>
    <p:sldMasterId xmlns:r="http://schemas.openxmlformats.org/officeDocument/2006/relationships" id="2147483648" r:id="Rb9d6aafee80b42f6"/>
  </p:sldMasterIdLst>
  <p:notesMasterIdLst>
    <p:notesMasterId xmlns:r="http://schemas.openxmlformats.org/officeDocument/2006/relationships" r:id="R99a23f0e5c4c4496"/>
  </p:notesMasterIdLst>
  <p:sldIdLst>
    <p:sldId xmlns:r="http://schemas.openxmlformats.org/officeDocument/2006/relationships" id="256" r:id="Ra9ce21a07eb24c02"/>
    <p:sldId xmlns:r="http://schemas.openxmlformats.org/officeDocument/2006/relationships" id="257" r:id="R833e8777f49649ea"/>
    <p:sldId xmlns:r="http://schemas.openxmlformats.org/officeDocument/2006/relationships" id="258" r:id="R641378021d2d4d4a"/>
    <p:sldId xmlns:r="http://schemas.openxmlformats.org/officeDocument/2006/relationships" id="259" r:id="Rec2dea3beab340b2"/>
    <p:sldId xmlns:r="http://schemas.openxmlformats.org/officeDocument/2006/relationships" id="260" r:id="R0d1b521086c041d6"/>
    <p:sldId xmlns:r="http://schemas.openxmlformats.org/officeDocument/2006/relationships" id="261" r:id="R3992fd3595374c2b"/>
    <p:sldId xmlns:r="http://schemas.openxmlformats.org/officeDocument/2006/relationships" id="262" r:id="R1c0e13ade6ba450b"/>
    <p:sldId xmlns:r="http://schemas.openxmlformats.org/officeDocument/2006/relationships" id="263" r:id="Ra8a0475a42ad4f8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de88cad4d46436c" /><Relationship Type="http://schemas.openxmlformats.org/officeDocument/2006/relationships/slideMaster" Target="/ppt/slideMasters/slideMaster1.xml" Id="Rb9d6aafee80b42f6" /><Relationship Type="http://schemas.openxmlformats.org/officeDocument/2006/relationships/notesMaster" Target="/ppt/notesMasters/notesMaster1.xml" Id="R99a23f0e5c4c4496" /><Relationship Type="http://schemas.openxmlformats.org/officeDocument/2006/relationships/presProps" Target="/ppt/presProps.xml" Id="Rb8409edfaddb455a" /><Relationship Type="http://schemas.openxmlformats.org/officeDocument/2006/relationships/tableStyles" Target="/ppt/tableStyles.xml" Id="Rc56b42efbdff4ff0" /><Relationship Type="http://schemas.openxmlformats.org/officeDocument/2006/relationships/slide" Target="/ppt/slides/slide1.xml" Id="Ra9ce21a07eb24c02" /><Relationship Type="http://schemas.openxmlformats.org/officeDocument/2006/relationships/slide" Target="/ppt/slides/slide2.xml" Id="R833e8777f49649ea" /><Relationship Type="http://schemas.openxmlformats.org/officeDocument/2006/relationships/slide" Target="/ppt/slides/slide3.xml" Id="R641378021d2d4d4a" /><Relationship Type="http://schemas.openxmlformats.org/officeDocument/2006/relationships/slide" Target="/ppt/slides/slide4.xml" Id="Rec2dea3beab340b2" /><Relationship Type="http://schemas.openxmlformats.org/officeDocument/2006/relationships/slide" Target="/ppt/slides/slide5.xml" Id="R0d1b521086c041d6" /><Relationship Type="http://schemas.openxmlformats.org/officeDocument/2006/relationships/slide" Target="/ppt/slides/slide6.xml" Id="R3992fd3595374c2b" /><Relationship Type="http://schemas.openxmlformats.org/officeDocument/2006/relationships/slide" Target="/ppt/slides/slide7.xml" Id="R1c0e13ade6ba450b" /><Relationship Type="http://schemas.openxmlformats.org/officeDocument/2006/relationships/slide" Target="/ppt/slides/slide8.xml" Id="Ra8a0475a42ad4f8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7e34a930ae4415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fbd9c91428b4008" /><Relationship Type="http://schemas.openxmlformats.org/officeDocument/2006/relationships/notesMaster" Target="/ppt/notesMasters/notesMaster1.xml" Id="R1ef1fe96bb304d29" /></Relationships>
</file>

<file path=ppt/notesSlides/_rels/notesSlide2.xml.rels>&#65279;<?xml version="1.0" encoding="utf-8"?><Relationships xmlns="http://schemas.openxmlformats.org/package/2006/relationships"><Relationship Type="http://schemas.openxmlformats.org/officeDocument/2006/relationships/slide" Target="/ppt/slides/slide2.xml" Id="R851a0c88f2bb440f" /><Relationship Type="http://schemas.openxmlformats.org/officeDocument/2006/relationships/notesMaster" Target="/ppt/notesMasters/notesMaster1.xml" Id="Rbf4c7b1c831b45fe" /></Relationships>
</file>

<file path=ppt/notesSlides/_rels/notesSlide3.xml.rels>&#65279;<?xml version="1.0" encoding="utf-8"?><Relationships xmlns="http://schemas.openxmlformats.org/package/2006/relationships"><Relationship Type="http://schemas.openxmlformats.org/officeDocument/2006/relationships/slide" Target="/ppt/slides/slide3.xml" Id="R531950ddd2cf4e0b" /><Relationship Type="http://schemas.openxmlformats.org/officeDocument/2006/relationships/notesMaster" Target="/ppt/notesMasters/notesMaster1.xml" Id="R692ae055823d4922" /></Relationships>
</file>

<file path=ppt/notesSlides/_rels/notesSlide4.xml.rels>&#65279;<?xml version="1.0" encoding="utf-8"?><Relationships xmlns="http://schemas.openxmlformats.org/package/2006/relationships"><Relationship Type="http://schemas.openxmlformats.org/officeDocument/2006/relationships/slide" Target="/ppt/slides/slide4.xml" Id="R8a05de2294e34d84" /><Relationship Type="http://schemas.openxmlformats.org/officeDocument/2006/relationships/notesMaster" Target="/ppt/notesMasters/notesMaster1.xml" Id="R7ac7c5df49844fee" /></Relationships>
</file>

<file path=ppt/notesSlides/_rels/notesSlide5.xml.rels>&#65279;<?xml version="1.0" encoding="utf-8"?><Relationships xmlns="http://schemas.openxmlformats.org/package/2006/relationships"><Relationship Type="http://schemas.openxmlformats.org/officeDocument/2006/relationships/slide" Target="/ppt/slides/slide5.xml" Id="Rcc8ead0a7c634d20" /><Relationship Type="http://schemas.openxmlformats.org/officeDocument/2006/relationships/notesMaster" Target="/ppt/notesMasters/notesMaster1.xml" Id="R749f0fc8093c4eb6" /></Relationships>
</file>

<file path=ppt/notesSlides/_rels/notesSlide6.xml.rels>&#65279;<?xml version="1.0" encoding="utf-8"?><Relationships xmlns="http://schemas.openxmlformats.org/package/2006/relationships"><Relationship Type="http://schemas.openxmlformats.org/officeDocument/2006/relationships/slide" Target="/ppt/slides/slide6.xml" Id="Re712138a6004469a" /><Relationship Type="http://schemas.openxmlformats.org/officeDocument/2006/relationships/notesMaster" Target="/ppt/notesMasters/notesMaster1.xml" Id="R8ebee0a22ee24b0d" /></Relationships>
</file>

<file path=ppt/notesSlides/_rels/notesSlide7.xml.rels>&#65279;<?xml version="1.0" encoding="utf-8"?><Relationships xmlns="http://schemas.openxmlformats.org/package/2006/relationships"><Relationship Type="http://schemas.openxmlformats.org/officeDocument/2006/relationships/slide" Target="/ppt/slides/slide7.xml" Id="Rc41efa2e3b2e4fb0" /><Relationship Type="http://schemas.openxmlformats.org/officeDocument/2006/relationships/notesMaster" Target="/ppt/notesMasters/notesMaster1.xml" Id="R9547dfaaf16548a5" /></Relationships>
</file>

<file path=ppt/notesSlides/_rels/notesSlide8.xml.rels>&#65279;<?xml version="1.0" encoding="utf-8"?><Relationships xmlns="http://schemas.openxmlformats.org/package/2006/relationships"><Relationship Type="http://schemas.openxmlformats.org/officeDocument/2006/relationships/slide" Target="/ppt/slides/slide8.xml" Id="Rdc66d0f3d2b14a9b" /><Relationship Type="http://schemas.openxmlformats.org/officeDocument/2006/relationships/notesMaster" Target="/ppt/notesMasters/notesMaster1.xml" Id="R07784f5a4be14f9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Apertura (30–40 s). Presento un experimento de clasificación con películas históricas. La pregunta es si, usando variables disponibles sobre una película, se puede clasificar si su recaudación mundial alcanzó al menos dos veces su presupuesto. Comparo cuatro modelos y también observo cuánto cuesta entrenarlos y usarlos.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Explico primero la variable objetivo. Se define éxito como recaudación igual o superior al doble del presupuesto, y fracaso como cualquier valor inferior. Es una regla académica y operacional. No se presenta como rentabilidad contable: no tenemos costos de marketing, distribución, impuestos ni la porción que recibe el estudio.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colección original contiene 4.803 películas tras unir los CSV por ID. Se retienen 3.229 con presupuesto y recaudación positivos y fecha válida; las demás no permiten construir de forma confiable esta etiqueta. La clase éxito representa 1.809 casos y fracaso 1.420, por lo que evaluamos ambas. Fuente: Kaggle, TMDb 5000 Movie Metadata, https://www.kaggle.com/datasets/tmdb/tmdb-movie-metadata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Separamos 80% para desarrollo y 20% para prueba mediante partición estratificada y semilla 42. La prueba tiene 646 películas y se mantiene reservada. En desarrollo usamos validación cruzada de tres folds para elegir hiperparámetros. No usamos recaudación, popularidad ni votos como predictores, porque pueden contener información posterior al estreno. Las variables históricas de elenco y dirección se calculan con créditos anteriores disponibles en el entrenamiento.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la partición reservada, SVM alcanza 66,1% de accuracy, F1 macro 0,648 y ROC-AUC 0,700. Boosting y Random Forest están cerca; el árbol queda más abajo. La referencia trivial que siempre predice éxito logra 56,0% accuracy, pero F1 macro 0,359, porque no detecta fracasos. ROC-AUC no es el porcentaje de aciertos: evalúa cómo ordena los scores a distintos umbrales.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matriz del modelo seleccionado, Random Forest, muestra 144 fracasos detectados y 263 éxitos detectados; también hay 140 falsos positivos y 99 falsos negativos. El criterio de selección se declaró antes de mirar la prueba: entre modelos cercanos en F1 macro de validación, elegir el de costo de entrenamiento mediano. Por esa regla se seleccionó Random Forest. Aunque SVM tuvo el mejor resultado observado en prueba, el intervalo bootstrap de la diferencia de F1 macro SVM menos RF va de -0,0005 a 0,0620 e incluye cero. Por eso informo la diferencia sin afirmar superioridad concluyente.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árbol se entrena más rápido, y Gradient Boosting registra el menor tiempo de predicción individual en esta medición. Random Forest tuvo el mayor tiempo de entrenamiento final y una búsqueda extensa; SVM también necesitó más tiempo de búsqueda. Los tiempos de predicción son por película promediados desde una corrida por lotes. Son mediciones del equipo y no garantizan el mismo tiempo en otra computadora. El ajuste de hiperparámetros se informa aparte del entrenamiento 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Cierro con una conclusión equilibrada. En esta muestra SVM obtuvo el mejor resultado de prueba, pero su desempeño es moderado y no garantiza la misma calidad en futuros estrenos. El umbral no representa ganancia neta; faltan datos de marketing y distribución, y hay importes que requieren revisión. La prueba fue aleatoria sobre películas históricas. Para afirmar que sirve para estrenos futuros se necesita una evaluación temporal con variables verificadas como disponibles antes del estreno. La descarga nueva de 2026 no se incorpora porque quedó incompleta; no se debe entrenar ni presentar como muestra 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eaa8f2f33b4435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2738fed25ae40f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acd6b62d2e0481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dc2ca2d61d1435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69779abfb0c449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59cc635b9a0400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0681CBF-AA76-4830-8263-3EF7135038C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ECB3783-0143-4D91-A845-BAC76D5B7BB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F522F22-71A8-4051-A6BA-0571056D066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9B24F6D-13E8-4984-A35B-DF02B78C5CD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6A437EC-AB12-4D43-BD92-7BD63A5F572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5326959-60C0-4D84-88D4-FC003EFCF86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EAB7FDA-0972-4EC4-BB82-539FC494E1C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C7DC938-1BAC-4817-AA71-F84AE0CA422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9DA762-62A4-4FE7-9B11-3AA2C03EF6F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9ABBA7E-8884-48BD-898E-CC1C23A3246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16b4f405840468f" /><Relationship Type="http://schemas.openxmlformats.org/officeDocument/2006/relationships/slideLayout" Target="/ppt/slideLayouts/slideLayout1.xml" Id="R15a9dec5a4d54612" /><Relationship Type="http://schemas.openxmlformats.org/officeDocument/2006/relationships/slideLayout" Target="/ppt/slideLayouts/slideLayout2.xml" Id="Re41e8bdfa0f74c75" /><Relationship Type="http://schemas.openxmlformats.org/officeDocument/2006/relationships/slideLayout" Target="/ppt/slideLayouts/slideLayout3.xml" Id="R508709c1b69f4b2a" /><Relationship Type="http://schemas.openxmlformats.org/officeDocument/2006/relationships/slideLayout" Target="/ppt/slideLayouts/slideLayout4.xml" Id="R728e2dd96ca0424d" /><Relationship Type="http://schemas.openxmlformats.org/officeDocument/2006/relationships/slideLayout" Target="/ppt/slideLayouts/slideLayout5.xml" Id="Rb60417e6d4fe4e7f" /><Relationship Type="http://schemas.openxmlformats.org/officeDocument/2006/relationships/slideLayout" Target="/ppt/slideLayouts/slideLayout6.xml" Id="Raaa7009d88da49c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5a9dec5a4d54612"/>
    <p:sldLayoutId xmlns:r="http://schemas.openxmlformats.org/officeDocument/2006/relationships" id="2147483650" r:id="Re41e8bdfa0f74c75"/>
    <p:sldLayoutId xmlns:r="http://schemas.openxmlformats.org/officeDocument/2006/relationships" id="2147483651" r:id="R508709c1b69f4b2a"/>
    <p:sldLayoutId xmlns:r="http://schemas.openxmlformats.org/officeDocument/2006/relationships" id="2147483652" r:id="R728e2dd96ca0424d"/>
    <p:sldLayoutId xmlns:r="http://schemas.openxmlformats.org/officeDocument/2006/relationships" id="2147483653" r:id="Rb60417e6d4fe4e7f"/>
    <p:sldLayoutId xmlns:r="http://schemas.openxmlformats.org/officeDocument/2006/relationships" id="2147483654" r:id="Raaa7009d88da49c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096c61316214338" /><Relationship Type="http://schemas.openxmlformats.org/officeDocument/2006/relationships/notesSlide" Target="/ppt/notesSlides/notesSlide1.xml" Id="R06a18e37e63443e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9aff8667f2a49ca" /><Relationship Type="http://schemas.openxmlformats.org/officeDocument/2006/relationships/notesSlide" Target="/ppt/notesSlides/notesSlide2.xml" Id="R98c699a09d3c426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11acc2589a44b93" /><Relationship Type="http://schemas.openxmlformats.org/officeDocument/2006/relationships/notesSlide" Target="/ppt/notesSlides/notesSlide3.xml" Id="R74d0cf4229cc460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d50736ce0ee432c" /><Relationship Type="http://schemas.openxmlformats.org/officeDocument/2006/relationships/notesSlide" Target="/ppt/notesSlides/notesSlide4.xml" Id="R4e761141dcbd4a1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ed6abcc148b4fbf" /><Relationship Type="http://schemas.openxmlformats.org/officeDocument/2006/relationships/notesSlide" Target="/ppt/notesSlides/notesSlide5.xml" Id="R71232f04363e415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f54760c69f7422e" /><Relationship Type="http://schemas.openxmlformats.org/officeDocument/2006/relationships/notesSlide" Target="/ppt/notesSlides/notesSlide6.xml" Id="R34268a2bc6d44c8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e7dab13a2d547b1" /><Relationship Type="http://schemas.openxmlformats.org/officeDocument/2006/relationships/notesSlide" Target="/ppt/notesSlides/notesSlide7.xml" Id="R81be29c6849e486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cf98a1dafba4d78" /><Relationship Type="http://schemas.openxmlformats.org/officeDocument/2006/relationships/notesSlide" Target="/ppt/notesSlides/notesSlide8.xml" Id="R38accaa8457d41db" /></Relationships>
</file>

<file path=ppt/slides/slide1.xml><?xml version="1.0" encoding="utf-8"?>
<p:sld xmlns:p="http://schemas.openxmlformats.org/presentationml/2006/main">
  <p:cSld>
    <p:bg>
      <p:bgPr>
        <a:solidFill xmlns:a="http://schemas.openxmlformats.org/drawingml/2006/main">
          <a:srgbClr val="102B3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BACF62D-2B1D-433B-A30A-5CDCD96B1202}"/>
              </a:ext>
            </a:extLst>
          </p:cNvPr>
          <p:cNvSpPr>
            <a:spLocks xmlns:a="http://schemas.openxmlformats.org/drawingml/2006/main" noGrp="1"/>
          </p:cNvSpPr>
          <p:nvPr/>
        </p:nvSpPr>
        <p:spPr>
          <a:xfrm xmlns:a="http://schemas.openxmlformats.org/drawingml/2006/main">
            <a:off x="8001000" y="-1047750"/>
            <a:ext cx="4953000" cy="4953000"/>
          </a:xfrm>
          <a:prstGeom xmlns:a="http://schemas.openxmlformats.org/drawingml/2006/main" prst="ellipse">
            <a:avLst/>
          </a:prstGeom>
          <a:solidFill xmlns:a="http://schemas.openxmlformats.org/drawingml/2006/main">
            <a:srgbClr val="183D5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772B649-CEB8-4D66-8192-1C9DB725CA12}"/>
              </a:ext>
            </a:extLst>
          </p:cNvPr>
          <p:cNvSpPr>
            <a:spLocks xmlns:a="http://schemas.openxmlformats.org/drawingml/2006/main" noGrp="1"/>
          </p:cNvSpPr>
          <p:nvPr/>
        </p:nvSpPr>
        <p:spPr>
          <a:xfrm xmlns:a="http://schemas.openxmlformats.org/drawingml/2006/main">
            <a:off x="9620250" y="3333750"/>
            <a:ext cx="2952750" cy="2952750"/>
          </a:xfrm>
          <a:prstGeom xmlns:a="http://schemas.openxmlformats.org/drawingml/2006/main" prst="ellipse">
            <a:avLst/>
          </a:prstGeom>
          <a:solidFill xmlns:a="http://schemas.openxmlformats.org/drawingml/2006/main">
            <a:srgbClr val="00A6A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2D19A8D-CB0B-4EBE-83E8-1EB201C9BCF3}"/>
              </a:ext>
            </a:extLst>
          </p:cNvPr>
          <p:cNvSpPr>
            <a:spLocks xmlns:a="http://schemas.openxmlformats.org/drawingml/2006/main" noGrp="1"/>
          </p:cNvSpPr>
          <p:nvPr/>
        </p:nvSpPr>
        <p:spPr>
          <a:xfrm xmlns:a="http://schemas.openxmlformats.org/drawingml/2006/main">
            <a:off x="10191750" y="3857625"/>
            <a:ext cx="1857375" cy="1857375"/>
          </a:xfrm>
          <a:prstGeom xmlns:a="http://schemas.openxmlformats.org/drawingml/2006/main" prst="ellipse">
            <a:avLst/>
          </a:prstGeom>
          <a:solidFill xmlns:a="http://schemas.openxmlformats.org/drawingml/2006/main">
            <a:srgbClr val="102B3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D419B67-6771-4979-ABE5-0223F4FBE710}"/>
              </a:ext>
            </a:extLst>
          </p:cNvPr>
          <p:cNvSpPr>
            <a:spLocks xmlns:a="http://schemas.openxmlformats.org/drawingml/2006/main" noGrp="1"/>
          </p:cNvSpPr>
          <p:nvPr/>
        </p:nvSpPr>
        <p:spPr>
          <a:xfrm xmlns:a="http://schemas.openxmlformats.org/drawingml/2006/main">
            <a:off x="685800" y="704850"/>
            <a:ext cx="704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125" b="1" i="0">
                <a:solidFill>
                  <a:srgbClr val="7CD5CF"/>
                </a:solidFill>
                <a:latin typeface="Aptos"/>
                <a:ea typeface="Aptos"/>
                <a:cs typeface="Aptos"/>
              </a:defRPr>
            </a:defPPr>
            <a:lvl1pPr algn="l">
              <a:defRPr sz="1125" b="1" i="0">
                <a:solidFill>
                  <a:srgbClr val="7CD5CF"/>
                </a:solidFill>
                <a:latin typeface="Aptos"/>
                <a:ea typeface="Aptos"/>
                <a:cs typeface="Aptos"/>
              </a:defRPr>
            </a:lvl1pPr>
            <a:lvl2pPr algn="l">
              <a:defRPr sz="1125" b="1" i="0">
                <a:solidFill>
                  <a:srgbClr val="7CD5CF"/>
                </a:solidFill>
                <a:latin typeface="Aptos"/>
                <a:ea typeface="Aptos"/>
                <a:cs typeface="Aptos"/>
              </a:defRPr>
            </a:lvl2pPr>
            <a:lvl3pPr algn="l">
              <a:defRPr sz="1125" b="1" i="0">
                <a:solidFill>
                  <a:srgbClr val="7CD5CF"/>
                </a:solidFill>
                <a:latin typeface="Aptos"/>
                <a:ea typeface="Aptos"/>
                <a:cs typeface="Aptos"/>
              </a:defRPr>
            </a:lvl3pPr>
            <a:lvl4pPr algn="l">
              <a:defRPr sz="1125" b="1" i="0">
                <a:solidFill>
                  <a:srgbClr val="7CD5CF"/>
                </a:solidFill>
                <a:latin typeface="Aptos"/>
                <a:ea typeface="Aptos"/>
                <a:cs typeface="Aptos"/>
              </a:defRPr>
            </a:lvl4pPr>
            <a:lvl5pPr algn="l">
              <a:defRPr sz="1125" b="1" i="0">
                <a:solidFill>
                  <a:srgbClr val="7CD5CF"/>
                </a:solidFill>
                <a:latin typeface="Aptos"/>
                <a:ea typeface="Aptos"/>
                <a:cs typeface="Aptos"/>
              </a:defRPr>
            </a:lvl5pPr>
            <a:lvl6pPr algn="l">
              <a:defRPr sz="1125" b="1" i="0">
                <a:solidFill>
                  <a:srgbClr val="7CD5CF"/>
                </a:solidFill>
                <a:latin typeface="Aptos"/>
                <a:ea typeface="Aptos"/>
                <a:cs typeface="Aptos"/>
              </a:defRPr>
            </a:lvl6pPr>
            <a:lvl7pPr algn="l">
              <a:defRPr sz="1125" b="1" i="0">
                <a:solidFill>
                  <a:srgbClr val="7CD5CF"/>
                </a:solidFill>
                <a:latin typeface="Aptos"/>
                <a:ea typeface="Aptos"/>
                <a:cs typeface="Aptos"/>
              </a:defRPr>
            </a:lvl7pPr>
            <a:lvl8pPr algn="l">
              <a:defRPr sz="1125" b="1" i="0">
                <a:solidFill>
                  <a:srgbClr val="7CD5CF"/>
                </a:solidFill>
                <a:latin typeface="Aptos"/>
                <a:ea typeface="Aptos"/>
                <a:cs typeface="Aptos"/>
              </a:defRPr>
            </a:lvl8pPr>
            <a:lvl9pPr algn="l">
              <a:defRPr sz="1125" b="1" i="0">
                <a:solidFill>
                  <a:srgbClr val="7CD5CF"/>
                </a:solidFill>
                <a:latin typeface="Aptos"/>
                <a:ea typeface="Aptos"/>
                <a:cs typeface="Aptos"/>
              </a:defRPr>
            </a:lvl9pPr>
          </a:lstStyle>
          <a:p xmlns:a="http://schemas.openxmlformats.org/drawingml/2006/main">
            <a:pPr algn="l">
              <a:defRPr sz="1125" b="1" i="0">
                <a:solidFill>
                  <a:srgbClr val="7CD5CF"/>
                </a:solidFill>
                <a:latin typeface="Aptos"/>
                <a:ea typeface="Aptos"/>
                <a:cs typeface="Aptos"/>
              </a:defRPr>
            </a:pPr>
            <a:r>
              <a:rPr sz="1125" b="1" i="0">
                <a:solidFill>
                  <a:srgbClr val="7CD5CF"/>
                </a:solidFill>
                <a:latin typeface="Aptos"/>
                <a:ea typeface="Aptos"/>
                <a:cs typeface="Aptos"/>
              </a:rPr>
              <a:t>PROYECTO INTEGRADOR  /  MACHINE LEARNING</a:t>
            </a:r>
          </a:p>
        </p:txBody>
      </p:sp>
      <p:sp>
        <p:nvSpPr>
          <p:cNvPr id="5" name="">
            <a:extLst xmlns:a="http://schemas.openxmlformats.org/drawingml/2006/main">
              <a:ext uri="{FF2B5EF4-FFF2-40B4-BE49-F238E27FC236}">
                <a16:creationId xmlns:a16="http://schemas.microsoft.com/office/drawing/2014/main" id="{58E8F3F2-E465-4704-B448-75E705B81037}"/>
              </a:ext>
            </a:extLst>
          </p:cNvPr>
          <p:cNvSpPr>
            <a:spLocks xmlns:a="http://schemas.openxmlformats.org/drawingml/2006/main" noGrp="1"/>
          </p:cNvSpPr>
          <p:nvPr/>
        </p:nvSpPr>
        <p:spPr>
          <a:xfrm xmlns:a="http://schemas.openxmlformats.org/drawingml/2006/main">
            <a:off x="685800" y="1676400"/>
            <a:ext cx="7524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3600" b="1" i="0">
                <a:solidFill>
                  <a:srgbClr val="FFFFFF"/>
                </a:solidFill>
                <a:latin typeface="Aptos"/>
                <a:ea typeface="Aptos"/>
                <a:cs typeface="Aptos"/>
              </a:defRPr>
            </a:defPPr>
            <a:lvl1pPr algn="l">
              <a:defRPr sz="3600" b="1" i="0">
                <a:solidFill>
                  <a:srgbClr val="FFFFFF"/>
                </a:solidFill>
                <a:latin typeface="Aptos"/>
                <a:ea typeface="Aptos"/>
                <a:cs typeface="Aptos"/>
              </a:defRPr>
            </a:lvl1pPr>
            <a:lvl2pPr algn="l">
              <a:defRPr sz="3600" b="1" i="0">
                <a:solidFill>
                  <a:srgbClr val="FFFFFF"/>
                </a:solidFill>
                <a:latin typeface="Aptos"/>
                <a:ea typeface="Aptos"/>
                <a:cs typeface="Aptos"/>
              </a:defRPr>
            </a:lvl2pPr>
            <a:lvl3pPr algn="l">
              <a:defRPr sz="3600" b="1" i="0">
                <a:solidFill>
                  <a:srgbClr val="FFFFFF"/>
                </a:solidFill>
                <a:latin typeface="Aptos"/>
                <a:ea typeface="Aptos"/>
                <a:cs typeface="Aptos"/>
              </a:defRPr>
            </a:lvl3pPr>
            <a:lvl4pPr algn="l">
              <a:defRPr sz="3600" b="1" i="0">
                <a:solidFill>
                  <a:srgbClr val="FFFFFF"/>
                </a:solidFill>
                <a:latin typeface="Aptos"/>
                <a:ea typeface="Aptos"/>
                <a:cs typeface="Aptos"/>
              </a:defRPr>
            </a:lvl4pPr>
            <a:lvl5pPr algn="l">
              <a:defRPr sz="3600" b="1" i="0">
                <a:solidFill>
                  <a:srgbClr val="FFFFFF"/>
                </a:solidFill>
                <a:latin typeface="Aptos"/>
                <a:ea typeface="Aptos"/>
                <a:cs typeface="Aptos"/>
              </a:defRPr>
            </a:lvl5pPr>
            <a:lvl6pPr algn="l">
              <a:defRPr sz="3600" b="1" i="0">
                <a:solidFill>
                  <a:srgbClr val="FFFFFF"/>
                </a:solidFill>
                <a:latin typeface="Aptos"/>
                <a:ea typeface="Aptos"/>
                <a:cs typeface="Aptos"/>
              </a:defRPr>
            </a:lvl6pPr>
            <a:lvl7pPr algn="l">
              <a:defRPr sz="3600" b="1" i="0">
                <a:solidFill>
                  <a:srgbClr val="FFFFFF"/>
                </a:solidFill>
                <a:latin typeface="Aptos"/>
                <a:ea typeface="Aptos"/>
                <a:cs typeface="Aptos"/>
              </a:defRPr>
            </a:lvl7pPr>
            <a:lvl8pPr algn="l">
              <a:defRPr sz="3600" b="1" i="0">
                <a:solidFill>
                  <a:srgbClr val="FFFFFF"/>
                </a:solidFill>
                <a:latin typeface="Aptos"/>
                <a:ea typeface="Aptos"/>
                <a:cs typeface="Aptos"/>
              </a:defRPr>
            </a:lvl8pPr>
            <a:lvl9pPr algn="l">
              <a:defRPr sz="3600" b="1" i="0">
                <a:solidFill>
                  <a:srgbClr val="FFFFFF"/>
                </a:solidFill>
                <a:latin typeface="Aptos"/>
                <a:ea typeface="Aptos"/>
                <a:cs typeface="Aptos"/>
              </a:defRPr>
            </a:lvl9pPr>
          </a:lstStyle>
          <a:p xmlns:a="http://schemas.openxmlformats.org/drawingml/2006/main">
            <a:pPr algn="l">
              <a:defRPr sz="3600" b="1" i="0">
                <a:solidFill>
                  <a:srgbClr val="FFFFFF"/>
                </a:solidFill>
                <a:latin typeface="Aptos"/>
                <a:ea typeface="Aptos"/>
                <a:cs typeface="Aptos"/>
              </a:defRPr>
            </a:pPr>
            <a:r>
              <a:rPr sz="3600" b="1" i="0">
                <a:solidFill>
                  <a:srgbClr val="FFFFFF"/>
                </a:solidFill>
                <a:latin typeface="Aptos"/>
                <a:ea typeface="Aptos"/>
                <a:cs typeface="Aptos"/>
              </a:rPr>
              <a:t>¿Qué películas</a:t>
            </a:r>
          </a:p>
          <a:p xmlns:a="http://schemas.openxmlformats.org/drawingml/2006/main">
            <a:pPr algn="l">
              <a:defRPr sz="3600" b="1" i="0">
                <a:solidFill>
                  <a:srgbClr val="FFFFFF"/>
                </a:solidFill>
                <a:latin typeface="Aptos"/>
                <a:ea typeface="Aptos"/>
                <a:cs typeface="Aptos"/>
              </a:defRPr>
            </a:pPr>
            <a:r>
              <a:rPr sz="3600" b="1" i="0">
                <a:solidFill>
                  <a:srgbClr val="FFFFFF"/>
                </a:solidFill>
                <a:latin typeface="Aptos"/>
                <a:ea typeface="Aptos"/>
                <a:cs typeface="Aptos"/>
              </a:rPr>
              <a:t>superan su presupuesto?</a:t>
            </a:r>
          </a:p>
        </p:txBody>
      </p:sp>
      <p:sp>
        <p:nvSpPr>
          <p:cNvPr id="6" name="">
            <a:extLst xmlns:a="http://schemas.openxmlformats.org/drawingml/2006/main">
              <a:ext uri="{FF2B5EF4-FFF2-40B4-BE49-F238E27FC236}">
                <a16:creationId xmlns:a16="http://schemas.microsoft.com/office/drawing/2014/main" id="{7DD3A598-6692-4A44-8DFA-B74759A7B5AA}"/>
              </a:ext>
            </a:extLst>
          </p:cNvPr>
          <p:cNvSpPr>
            <a:spLocks xmlns:a="http://schemas.openxmlformats.org/drawingml/2006/main" noGrp="1"/>
          </p:cNvSpPr>
          <p:nvPr/>
        </p:nvSpPr>
        <p:spPr>
          <a:xfrm xmlns:a="http://schemas.openxmlformats.org/drawingml/2006/main">
            <a:off x="723900" y="3409950"/>
            <a:ext cx="666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800" b="0" i="0">
                <a:solidFill>
                  <a:srgbClr val="DAE5E8"/>
                </a:solidFill>
                <a:latin typeface="Aptos"/>
                <a:ea typeface="Aptos"/>
                <a:cs typeface="Aptos"/>
              </a:defRPr>
            </a:defPPr>
            <a:lvl1pPr algn="l">
              <a:defRPr sz="1800" b="0" i="0">
                <a:solidFill>
                  <a:srgbClr val="DAE5E8"/>
                </a:solidFill>
                <a:latin typeface="Aptos"/>
                <a:ea typeface="Aptos"/>
                <a:cs typeface="Aptos"/>
              </a:defRPr>
            </a:lvl1pPr>
            <a:lvl2pPr algn="l">
              <a:defRPr sz="1800" b="0" i="0">
                <a:solidFill>
                  <a:srgbClr val="DAE5E8"/>
                </a:solidFill>
                <a:latin typeface="Aptos"/>
                <a:ea typeface="Aptos"/>
                <a:cs typeface="Aptos"/>
              </a:defRPr>
            </a:lvl2pPr>
            <a:lvl3pPr algn="l">
              <a:defRPr sz="1800" b="0" i="0">
                <a:solidFill>
                  <a:srgbClr val="DAE5E8"/>
                </a:solidFill>
                <a:latin typeface="Aptos"/>
                <a:ea typeface="Aptos"/>
                <a:cs typeface="Aptos"/>
              </a:defRPr>
            </a:lvl3pPr>
            <a:lvl4pPr algn="l">
              <a:defRPr sz="1800" b="0" i="0">
                <a:solidFill>
                  <a:srgbClr val="DAE5E8"/>
                </a:solidFill>
                <a:latin typeface="Aptos"/>
                <a:ea typeface="Aptos"/>
                <a:cs typeface="Aptos"/>
              </a:defRPr>
            </a:lvl4pPr>
            <a:lvl5pPr algn="l">
              <a:defRPr sz="1800" b="0" i="0">
                <a:solidFill>
                  <a:srgbClr val="DAE5E8"/>
                </a:solidFill>
                <a:latin typeface="Aptos"/>
                <a:ea typeface="Aptos"/>
                <a:cs typeface="Aptos"/>
              </a:defRPr>
            </a:lvl5pPr>
            <a:lvl6pPr algn="l">
              <a:defRPr sz="1800" b="0" i="0">
                <a:solidFill>
                  <a:srgbClr val="DAE5E8"/>
                </a:solidFill>
                <a:latin typeface="Aptos"/>
                <a:ea typeface="Aptos"/>
                <a:cs typeface="Aptos"/>
              </a:defRPr>
            </a:lvl6pPr>
            <a:lvl7pPr algn="l">
              <a:defRPr sz="1800" b="0" i="0">
                <a:solidFill>
                  <a:srgbClr val="DAE5E8"/>
                </a:solidFill>
                <a:latin typeface="Aptos"/>
                <a:ea typeface="Aptos"/>
                <a:cs typeface="Aptos"/>
              </a:defRPr>
            </a:lvl7pPr>
            <a:lvl8pPr algn="l">
              <a:defRPr sz="1800" b="0" i="0">
                <a:solidFill>
                  <a:srgbClr val="DAE5E8"/>
                </a:solidFill>
                <a:latin typeface="Aptos"/>
                <a:ea typeface="Aptos"/>
                <a:cs typeface="Aptos"/>
              </a:defRPr>
            </a:lvl8pPr>
            <a:lvl9pPr algn="l">
              <a:defRPr sz="1800" b="0" i="0">
                <a:solidFill>
                  <a:srgbClr val="DAE5E8"/>
                </a:solidFill>
                <a:latin typeface="Aptos"/>
                <a:ea typeface="Aptos"/>
                <a:cs typeface="Aptos"/>
              </a:defRPr>
            </a:lvl9pPr>
          </a:lstStyle>
          <a:p xmlns:a="http://schemas.openxmlformats.org/drawingml/2006/main">
            <a:pPr algn="l">
              <a:defRPr sz="1800" b="0" i="0">
                <a:solidFill>
                  <a:srgbClr val="DAE5E8"/>
                </a:solidFill>
                <a:latin typeface="Aptos"/>
                <a:ea typeface="Aptos"/>
                <a:cs typeface="Aptos"/>
              </a:defRPr>
            </a:pPr>
            <a:r>
              <a:rPr sz="1800" b="0" i="0">
                <a:solidFill>
                  <a:srgbClr val="DAE5E8"/>
                </a:solidFill>
                <a:latin typeface="Aptos"/>
                <a:ea typeface="Aptos"/>
                <a:cs typeface="Aptos"/>
              </a:rPr>
              <a:t>Comparación de SVM, árbol de decisión,</a:t>
            </a:r>
          </a:p>
          <a:p xmlns:a="http://schemas.openxmlformats.org/drawingml/2006/main">
            <a:pPr algn="l">
              <a:defRPr sz="1800" b="0" i="0">
                <a:solidFill>
                  <a:srgbClr val="DAE5E8"/>
                </a:solidFill>
                <a:latin typeface="Aptos"/>
                <a:ea typeface="Aptos"/>
                <a:cs typeface="Aptos"/>
              </a:defRPr>
            </a:pPr>
            <a:r>
              <a:rPr sz="1800" b="0" i="0">
                <a:solidFill>
                  <a:srgbClr val="DAE5E8"/>
                </a:solidFill>
                <a:latin typeface="Aptos"/>
                <a:ea typeface="Aptos"/>
                <a:cs typeface="Aptos"/>
              </a:rPr>
              <a:t>Random Forest y Gradient Boosting</a:t>
            </a:r>
          </a:p>
        </p:txBody>
      </p:sp>
      <p:sp>
        <p:nvSpPr>
          <p:cNvPr id="7" name="">
            <a:extLst xmlns:a="http://schemas.openxmlformats.org/drawingml/2006/main">
              <a:ext uri="{FF2B5EF4-FFF2-40B4-BE49-F238E27FC236}">
                <a16:creationId xmlns:a16="http://schemas.microsoft.com/office/drawing/2014/main" id="{D1C08E43-E3F6-427B-9605-A7FF452FB8A6}"/>
              </a:ext>
            </a:extLst>
          </p:cNvPr>
          <p:cNvSpPr>
            <a:spLocks xmlns:a="http://schemas.openxmlformats.org/drawingml/2006/main" noGrp="1"/>
          </p:cNvSpPr>
          <p:nvPr/>
        </p:nvSpPr>
        <p:spPr>
          <a:xfrm xmlns:a="http://schemas.openxmlformats.org/drawingml/2006/main">
            <a:off x="723900" y="4619625"/>
            <a:ext cx="838200" cy="47625"/>
          </a:xfrm>
          <a:prstGeom xmlns:a="http://schemas.openxmlformats.org/drawingml/2006/main" prst="rect">
            <a:avLst/>
          </a:prstGeom>
          <a:solidFill xmlns:a="http://schemas.openxmlformats.org/drawingml/2006/main">
            <a:srgbClr val="E99B3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A409311-4C2A-4729-BEF2-7E3C7AB2EA60}"/>
              </a:ext>
            </a:extLst>
          </p:cNvPr>
          <p:cNvSpPr>
            <a:spLocks xmlns:a="http://schemas.openxmlformats.org/drawingml/2006/main" noGrp="1"/>
          </p:cNvSpPr>
          <p:nvPr/>
        </p:nvSpPr>
        <p:spPr>
          <a:xfrm xmlns:a="http://schemas.openxmlformats.org/drawingml/2006/main">
            <a:off x="723900" y="5000625"/>
            <a:ext cx="7429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75" b="0" i="0">
                <a:solidFill>
                  <a:srgbClr val="B7C6CE"/>
                </a:solidFill>
                <a:latin typeface="Aptos"/>
                <a:ea typeface="Aptos"/>
                <a:cs typeface="Aptos"/>
              </a:defRPr>
            </a:defPPr>
            <a:lvl1pPr algn="l">
              <a:defRPr sz="1275" b="0" i="0">
                <a:solidFill>
                  <a:srgbClr val="B7C6CE"/>
                </a:solidFill>
                <a:latin typeface="Aptos"/>
                <a:ea typeface="Aptos"/>
                <a:cs typeface="Aptos"/>
              </a:defRPr>
            </a:lvl1pPr>
            <a:lvl2pPr algn="l">
              <a:defRPr sz="1275" b="0" i="0">
                <a:solidFill>
                  <a:srgbClr val="B7C6CE"/>
                </a:solidFill>
                <a:latin typeface="Aptos"/>
                <a:ea typeface="Aptos"/>
                <a:cs typeface="Aptos"/>
              </a:defRPr>
            </a:lvl2pPr>
            <a:lvl3pPr algn="l">
              <a:defRPr sz="1275" b="0" i="0">
                <a:solidFill>
                  <a:srgbClr val="B7C6CE"/>
                </a:solidFill>
                <a:latin typeface="Aptos"/>
                <a:ea typeface="Aptos"/>
                <a:cs typeface="Aptos"/>
              </a:defRPr>
            </a:lvl3pPr>
            <a:lvl4pPr algn="l">
              <a:defRPr sz="1275" b="0" i="0">
                <a:solidFill>
                  <a:srgbClr val="B7C6CE"/>
                </a:solidFill>
                <a:latin typeface="Aptos"/>
                <a:ea typeface="Aptos"/>
                <a:cs typeface="Aptos"/>
              </a:defRPr>
            </a:lvl4pPr>
            <a:lvl5pPr algn="l">
              <a:defRPr sz="1275" b="0" i="0">
                <a:solidFill>
                  <a:srgbClr val="B7C6CE"/>
                </a:solidFill>
                <a:latin typeface="Aptos"/>
                <a:ea typeface="Aptos"/>
                <a:cs typeface="Aptos"/>
              </a:defRPr>
            </a:lvl5pPr>
            <a:lvl6pPr algn="l">
              <a:defRPr sz="1275" b="0" i="0">
                <a:solidFill>
                  <a:srgbClr val="B7C6CE"/>
                </a:solidFill>
                <a:latin typeface="Aptos"/>
                <a:ea typeface="Aptos"/>
                <a:cs typeface="Aptos"/>
              </a:defRPr>
            </a:lvl6pPr>
            <a:lvl7pPr algn="l">
              <a:defRPr sz="1275" b="0" i="0">
                <a:solidFill>
                  <a:srgbClr val="B7C6CE"/>
                </a:solidFill>
                <a:latin typeface="Aptos"/>
                <a:ea typeface="Aptos"/>
                <a:cs typeface="Aptos"/>
              </a:defRPr>
            </a:lvl7pPr>
            <a:lvl8pPr algn="l">
              <a:defRPr sz="1275" b="0" i="0">
                <a:solidFill>
                  <a:srgbClr val="B7C6CE"/>
                </a:solidFill>
                <a:latin typeface="Aptos"/>
                <a:ea typeface="Aptos"/>
                <a:cs typeface="Aptos"/>
              </a:defRPr>
            </a:lvl8pPr>
            <a:lvl9pPr algn="l">
              <a:defRPr sz="1275" b="0" i="0">
                <a:solidFill>
                  <a:srgbClr val="B7C6CE"/>
                </a:solidFill>
                <a:latin typeface="Aptos"/>
                <a:ea typeface="Aptos"/>
                <a:cs typeface="Aptos"/>
              </a:defRPr>
            </a:lvl9pPr>
          </a:lstStyle>
          <a:p xmlns:a="http://schemas.openxmlformats.org/drawingml/2006/main">
            <a:pPr algn="l">
              <a:defRPr sz="1275" b="0" i="0">
                <a:solidFill>
                  <a:srgbClr val="B7C6CE"/>
                </a:solidFill>
                <a:latin typeface="Aptos"/>
                <a:ea typeface="Aptos"/>
                <a:cs typeface="Aptos"/>
              </a:defRPr>
            </a:pPr>
            <a:r>
              <a:rPr sz="1275" b="0" i="0">
                <a:solidFill>
                  <a:srgbClr val="B7C6CE"/>
                </a:solidFill>
                <a:latin typeface="Aptos"/>
                <a:ea typeface="Aptos"/>
                <a:cs typeface="Aptos"/>
              </a:rPr>
              <a:t>Clasificación de desempeño comercial con datos históricos de TMDb</a:t>
            </a:r>
          </a:p>
        </p:txBody>
      </p:sp>
      <p:sp>
        <p:nvSpPr>
          <p:cNvPr id="9" name="">
            <a:extLst xmlns:a="http://schemas.openxmlformats.org/drawingml/2006/main">
              <a:ext uri="{FF2B5EF4-FFF2-40B4-BE49-F238E27FC236}">
                <a16:creationId xmlns:a16="http://schemas.microsoft.com/office/drawing/2014/main" id="{384DA6EC-7725-4ED3-AB53-C2FFA4CE804D}"/>
              </a:ext>
            </a:extLst>
          </p:cNvPr>
          <p:cNvSpPr>
            <a:spLocks xmlns:a="http://schemas.openxmlformats.org/drawingml/2006/main" noGrp="1"/>
          </p:cNvSpPr>
          <p:nvPr/>
        </p:nvSpPr>
        <p:spPr>
          <a:xfrm xmlns:a="http://schemas.openxmlformats.org/drawingml/2006/main">
            <a:off x="514350" y="64198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900" b="1" i="0">
                <a:solidFill>
                  <a:srgbClr val="B7C6CE"/>
                </a:solidFill>
                <a:latin typeface="Aptos"/>
                <a:ea typeface="Aptos"/>
                <a:cs typeface="Aptos"/>
              </a:defRPr>
            </a:defPPr>
            <a:lvl1pPr algn="l">
              <a:defRPr sz="900" b="1" i="0">
                <a:solidFill>
                  <a:srgbClr val="B7C6CE"/>
                </a:solidFill>
                <a:latin typeface="Aptos"/>
                <a:ea typeface="Aptos"/>
                <a:cs typeface="Aptos"/>
              </a:defRPr>
            </a:lvl1pPr>
            <a:lvl2pPr algn="l">
              <a:defRPr sz="900" b="1" i="0">
                <a:solidFill>
                  <a:srgbClr val="B7C6CE"/>
                </a:solidFill>
                <a:latin typeface="Aptos"/>
                <a:ea typeface="Aptos"/>
                <a:cs typeface="Aptos"/>
              </a:defRPr>
            </a:lvl2pPr>
            <a:lvl3pPr algn="l">
              <a:defRPr sz="900" b="1" i="0">
                <a:solidFill>
                  <a:srgbClr val="B7C6CE"/>
                </a:solidFill>
                <a:latin typeface="Aptos"/>
                <a:ea typeface="Aptos"/>
                <a:cs typeface="Aptos"/>
              </a:defRPr>
            </a:lvl3pPr>
            <a:lvl4pPr algn="l">
              <a:defRPr sz="900" b="1" i="0">
                <a:solidFill>
                  <a:srgbClr val="B7C6CE"/>
                </a:solidFill>
                <a:latin typeface="Aptos"/>
                <a:ea typeface="Aptos"/>
                <a:cs typeface="Aptos"/>
              </a:defRPr>
            </a:lvl4pPr>
            <a:lvl5pPr algn="l">
              <a:defRPr sz="900" b="1" i="0">
                <a:solidFill>
                  <a:srgbClr val="B7C6CE"/>
                </a:solidFill>
                <a:latin typeface="Aptos"/>
                <a:ea typeface="Aptos"/>
                <a:cs typeface="Aptos"/>
              </a:defRPr>
            </a:lvl5pPr>
            <a:lvl6pPr algn="l">
              <a:defRPr sz="900" b="1" i="0">
                <a:solidFill>
                  <a:srgbClr val="B7C6CE"/>
                </a:solidFill>
                <a:latin typeface="Aptos"/>
                <a:ea typeface="Aptos"/>
                <a:cs typeface="Aptos"/>
              </a:defRPr>
            </a:lvl6pPr>
            <a:lvl7pPr algn="l">
              <a:defRPr sz="900" b="1" i="0">
                <a:solidFill>
                  <a:srgbClr val="B7C6CE"/>
                </a:solidFill>
                <a:latin typeface="Aptos"/>
                <a:ea typeface="Aptos"/>
                <a:cs typeface="Aptos"/>
              </a:defRPr>
            </a:lvl7pPr>
            <a:lvl8pPr algn="l">
              <a:defRPr sz="900" b="1" i="0">
                <a:solidFill>
                  <a:srgbClr val="B7C6CE"/>
                </a:solidFill>
                <a:latin typeface="Aptos"/>
                <a:ea typeface="Aptos"/>
                <a:cs typeface="Aptos"/>
              </a:defRPr>
            </a:lvl8pPr>
            <a:lvl9pPr algn="l">
              <a:defRPr sz="900" b="1" i="0">
                <a:solidFill>
                  <a:srgbClr val="B7C6CE"/>
                </a:solidFill>
                <a:latin typeface="Aptos"/>
                <a:ea typeface="Aptos"/>
                <a:cs typeface="Aptos"/>
              </a:defRPr>
            </a:lvl9pPr>
          </a:lstStyle>
          <a:p xmlns:a="http://schemas.openxmlformats.org/drawingml/2006/main">
            <a:pPr algn="l">
              <a:defRPr sz="900" b="1" i="0">
                <a:solidFill>
                  <a:srgbClr val="B7C6CE"/>
                </a:solidFill>
                <a:latin typeface="Aptos"/>
                <a:ea typeface="Aptos"/>
                <a:cs typeface="Aptos"/>
              </a:defRPr>
            </a:pPr>
            <a:r>
              <a:rPr sz="900" b="1" i="0">
                <a:solidFill>
                  <a:srgbClr val="B7C6CE"/>
                </a:solidFill>
                <a:latin typeface="Aptos"/>
                <a:ea typeface="Aptos"/>
                <a:cs typeface="Aptos"/>
              </a:rPr>
              <a:t>PROYECTO INTEGRADOR · MACHINE LEARNING</a:t>
            </a:r>
          </a:p>
        </p:txBody>
      </p:sp>
      <p:sp>
        <p:nvSpPr>
          <p:cNvPr id="10" name="">
            <a:extLst xmlns:a="http://schemas.openxmlformats.org/drawingml/2006/main">
              <a:ext uri="{FF2B5EF4-FFF2-40B4-BE49-F238E27FC236}">
                <a16:creationId xmlns:a16="http://schemas.microsoft.com/office/drawing/2014/main" id="{A696F133-9902-40E2-A6E1-182ACA5689BF}"/>
              </a:ext>
            </a:extLst>
          </p:cNvPr>
          <p:cNvSpPr>
            <a:spLocks xmlns:a="http://schemas.openxmlformats.org/drawingml/2006/main" noGrp="1"/>
          </p:cNvSpPr>
          <p:nvPr/>
        </p:nvSpPr>
        <p:spPr>
          <a:xfrm xmlns:a="http://schemas.openxmlformats.org/drawingml/2006/main">
            <a:off x="11163300" y="64198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r">
              <a:defRPr sz="900" b="1" i="0">
                <a:solidFill>
                  <a:srgbClr val="B7C6CE"/>
                </a:solidFill>
                <a:latin typeface="Aptos"/>
                <a:ea typeface="Aptos"/>
                <a:cs typeface="Aptos"/>
              </a:defRPr>
            </a:defPPr>
            <a:lvl1pPr algn="r">
              <a:defRPr sz="900" b="1" i="0">
                <a:solidFill>
                  <a:srgbClr val="B7C6CE"/>
                </a:solidFill>
                <a:latin typeface="Aptos"/>
                <a:ea typeface="Aptos"/>
                <a:cs typeface="Aptos"/>
              </a:defRPr>
            </a:lvl1pPr>
            <a:lvl2pPr algn="r">
              <a:defRPr sz="900" b="1" i="0">
                <a:solidFill>
                  <a:srgbClr val="B7C6CE"/>
                </a:solidFill>
                <a:latin typeface="Aptos"/>
                <a:ea typeface="Aptos"/>
                <a:cs typeface="Aptos"/>
              </a:defRPr>
            </a:lvl2pPr>
            <a:lvl3pPr algn="r">
              <a:defRPr sz="900" b="1" i="0">
                <a:solidFill>
                  <a:srgbClr val="B7C6CE"/>
                </a:solidFill>
                <a:latin typeface="Aptos"/>
                <a:ea typeface="Aptos"/>
                <a:cs typeface="Aptos"/>
              </a:defRPr>
            </a:lvl3pPr>
            <a:lvl4pPr algn="r">
              <a:defRPr sz="900" b="1" i="0">
                <a:solidFill>
                  <a:srgbClr val="B7C6CE"/>
                </a:solidFill>
                <a:latin typeface="Aptos"/>
                <a:ea typeface="Aptos"/>
                <a:cs typeface="Aptos"/>
              </a:defRPr>
            </a:lvl4pPr>
            <a:lvl5pPr algn="r">
              <a:defRPr sz="900" b="1" i="0">
                <a:solidFill>
                  <a:srgbClr val="B7C6CE"/>
                </a:solidFill>
                <a:latin typeface="Aptos"/>
                <a:ea typeface="Aptos"/>
                <a:cs typeface="Aptos"/>
              </a:defRPr>
            </a:lvl5pPr>
            <a:lvl6pPr algn="r">
              <a:defRPr sz="900" b="1" i="0">
                <a:solidFill>
                  <a:srgbClr val="B7C6CE"/>
                </a:solidFill>
                <a:latin typeface="Aptos"/>
                <a:ea typeface="Aptos"/>
                <a:cs typeface="Aptos"/>
              </a:defRPr>
            </a:lvl6pPr>
            <a:lvl7pPr algn="r">
              <a:defRPr sz="900" b="1" i="0">
                <a:solidFill>
                  <a:srgbClr val="B7C6CE"/>
                </a:solidFill>
                <a:latin typeface="Aptos"/>
                <a:ea typeface="Aptos"/>
                <a:cs typeface="Aptos"/>
              </a:defRPr>
            </a:lvl7pPr>
            <a:lvl8pPr algn="r">
              <a:defRPr sz="900" b="1" i="0">
                <a:solidFill>
                  <a:srgbClr val="B7C6CE"/>
                </a:solidFill>
                <a:latin typeface="Aptos"/>
                <a:ea typeface="Aptos"/>
                <a:cs typeface="Aptos"/>
              </a:defRPr>
            </a:lvl8pPr>
            <a:lvl9pPr algn="r">
              <a:defRPr sz="900" b="1" i="0">
                <a:solidFill>
                  <a:srgbClr val="B7C6CE"/>
                </a:solidFill>
                <a:latin typeface="Aptos"/>
                <a:ea typeface="Aptos"/>
                <a:cs typeface="Aptos"/>
              </a:defRPr>
            </a:lvl9pPr>
          </a:lstStyle>
          <a:p xmlns:a="http://schemas.openxmlformats.org/drawingml/2006/main">
            <a:pPr algn="r">
              <a:defRPr sz="900" b="1" i="0">
                <a:solidFill>
                  <a:srgbClr val="B7C6CE"/>
                </a:solidFill>
                <a:latin typeface="Aptos"/>
                <a:ea typeface="Aptos"/>
                <a:cs typeface="Aptos"/>
              </a:defRPr>
            </a:pPr>
            <a:r>
              <a:rPr sz="900" b="1" i="0">
                <a:solidFill>
                  <a:srgbClr val="B7C6CE"/>
                </a:solidFill>
                <a:latin typeface="Aptos"/>
                <a:ea typeface="Aptos"/>
                <a:cs typeface="Aptos"/>
              </a:rPr>
              <a:t>01</a:t>
            </a:r>
          </a:p>
        </p:txBody>
      </p:sp>
    </p:spTree>
    <p:extLst>
      <p:ext uri="{BB962C8B-B14F-4D97-AF65-F5344CB8AC3E}">
        <p14:creationId xmlns:p14="http://schemas.microsoft.com/office/powerpoint/2010/main" val="1967634819"/>
      </p:ext>
    </p:extLst>
  </p:cSld>
</p:sld>
</file>

<file path=ppt/slides/slide2.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A492CD0-2BA7-44BB-9BDF-174D4246D076}"/>
              </a:ext>
            </a:extLst>
          </p:cNvPr>
          <p:cNvSpPr>
            <a:spLocks xmlns:a="http://schemas.openxmlformats.org/drawingml/2006/main" noGrp="1"/>
          </p:cNvSpPr>
          <p:nvPr/>
        </p:nvSpPr>
        <p:spPr>
          <a:xfrm xmlns:a="http://schemas.openxmlformats.org/drawingml/2006/main">
            <a:off x="5143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975" b="1" i="0">
                <a:solidFill>
                  <a:srgbClr val="00A6A6"/>
                </a:solidFill>
                <a:latin typeface="Aptos"/>
                <a:ea typeface="Aptos"/>
                <a:cs typeface="Aptos"/>
              </a:defRPr>
            </a:defPPr>
            <a:lvl1pPr algn="l">
              <a:defRPr sz="975" b="1" i="0">
                <a:solidFill>
                  <a:srgbClr val="00A6A6"/>
                </a:solidFill>
                <a:latin typeface="Aptos"/>
                <a:ea typeface="Aptos"/>
                <a:cs typeface="Aptos"/>
              </a:defRPr>
            </a:lvl1pPr>
            <a:lvl2pPr algn="l">
              <a:defRPr sz="975" b="1" i="0">
                <a:solidFill>
                  <a:srgbClr val="00A6A6"/>
                </a:solidFill>
                <a:latin typeface="Aptos"/>
                <a:ea typeface="Aptos"/>
                <a:cs typeface="Aptos"/>
              </a:defRPr>
            </a:lvl2pPr>
            <a:lvl3pPr algn="l">
              <a:defRPr sz="975" b="1" i="0">
                <a:solidFill>
                  <a:srgbClr val="00A6A6"/>
                </a:solidFill>
                <a:latin typeface="Aptos"/>
                <a:ea typeface="Aptos"/>
                <a:cs typeface="Aptos"/>
              </a:defRPr>
            </a:lvl3pPr>
            <a:lvl4pPr algn="l">
              <a:defRPr sz="975" b="1" i="0">
                <a:solidFill>
                  <a:srgbClr val="00A6A6"/>
                </a:solidFill>
                <a:latin typeface="Aptos"/>
                <a:ea typeface="Aptos"/>
                <a:cs typeface="Aptos"/>
              </a:defRPr>
            </a:lvl4pPr>
            <a:lvl5pPr algn="l">
              <a:defRPr sz="975" b="1" i="0">
                <a:solidFill>
                  <a:srgbClr val="00A6A6"/>
                </a:solidFill>
                <a:latin typeface="Aptos"/>
                <a:ea typeface="Aptos"/>
                <a:cs typeface="Aptos"/>
              </a:defRPr>
            </a:lvl5pPr>
            <a:lvl6pPr algn="l">
              <a:defRPr sz="975" b="1" i="0">
                <a:solidFill>
                  <a:srgbClr val="00A6A6"/>
                </a:solidFill>
                <a:latin typeface="Aptos"/>
                <a:ea typeface="Aptos"/>
                <a:cs typeface="Aptos"/>
              </a:defRPr>
            </a:lvl6pPr>
            <a:lvl7pPr algn="l">
              <a:defRPr sz="975" b="1" i="0">
                <a:solidFill>
                  <a:srgbClr val="00A6A6"/>
                </a:solidFill>
                <a:latin typeface="Aptos"/>
                <a:ea typeface="Aptos"/>
                <a:cs typeface="Aptos"/>
              </a:defRPr>
            </a:lvl7pPr>
            <a:lvl8pPr algn="l">
              <a:defRPr sz="975" b="1" i="0">
                <a:solidFill>
                  <a:srgbClr val="00A6A6"/>
                </a:solidFill>
                <a:latin typeface="Aptos"/>
                <a:ea typeface="Aptos"/>
                <a:cs typeface="Aptos"/>
              </a:defRPr>
            </a:lvl8pPr>
            <a:lvl9pPr algn="l">
              <a:defRPr sz="975" b="1" i="0">
                <a:solidFill>
                  <a:srgbClr val="00A6A6"/>
                </a:solidFill>
                <a:latin typeface="Aptos"/>
                <a:ea typeface="Aptos"/>
                <a:cs typeface="Aptos"/>
              </a:defRPr>
            </a:lvl9pPr>
          </a:lstStyle>
          <a:p xmlns:a="http://schemas.openxmlformats.org/drawingml/2006/main">
            <a:pPr algn="l">
              <a:defRPr sz="975" b="1" i="0">
                <a:solidFill>
                  <a:srgbClr val="00A6A6"/>
                </a:solidFill>
                <a:latin typeface="Aptos"/>
                <a:ea typeface="Aptos"/>
                <a:cs typeface="Aptos"/>
              </a:defRPr>
            </a:pPr>
            <a:r>
              <a:rPr sz="975" b="1" i="0">
                <a:solidFill>
                  <a:srgbClr val="00A6A6"/>
                </a:solidFill>
                <a:latin typeface="Aptos"/>
                <a:ea typeface="Aptos"/>
                <a:cs typeface="Aptos"/>
              </a:rPr>
              <a:t>PELÍCULAS · CLASIFICACIÓN</a:t>
            </a:r>
          </a:p>
        </p:txBody>
      </p:sp>
      <p:sp>
        <p:nvSpPr>
          <p:cNvPr id="2" name="">
            <a:extLst xmlns:a="http://schemas.openxmlformats.org/drawingml/2006/main">
              <a:ext uri="{FF2B5EF4-FFF2-40B4-BE49-F238E27FC236}">
                <a16:creationId xmlns:a16="http://schemas.microsoft.com/office/drawing/2014/main" id="{68B83E96-A76B-4DFD-9B5B-BDD32B3D56A2}"/>
              </a:ext>
            </a:extLst>
          </p:cNvPr>
          <p:cNvSpPr>
            <a:spLocks xmlns:a="http://schemas.openxmlformats.org/drawingml/2006/main" noGrp="1"/>
          </p:cNvSpPr>
          <p:nvPr/>
        </p:nvSpPr>
        <p:spPr>
          <a:xfrm xmlns:a="http://schemas.openxmlformats.org/drawingml/2006/main">
            <a:off x="514350" y="590550"/>
            <a:ext cx="11125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550" b="1" i="0">
                <a:solidFill>
                  <a:srgbClr val="102B3F"/>
                </a:solidFill>
                <a:latin typeface="Aptos"/>
                <a:ea typeface="Aptos"/>
                <a:cs typeface="Aptos"/>
              </a:defRPr>
            </a:defPPr>
            <a:lvl1pPr algn="l">
              <a:defRPr sz="2550" b="1" i="0">
                <a:solidFill>
                  <a:srgbClr val="102B3F"/>
                </a:solidFill>
                <a:latin typeface="Aptos"/>
                <a:ea typeface="Aptos"/>
                <a:cs typeface="Aptos"/>
              </a:defRPr>
            </a:lvl1pPr>
            <a:lvl2pPr algn="l">
              <a:defRPr sz="2550" b="1" i="0">
                <a:solidFill>
                  <a:srgbClr val="102B3F"/>
                </a:solidFill>
                <a:latin typeface="Aptos"/>
                <a:ea typeface="Aptos"/>
                <a:cs typeface="Aptos"/>
              </a:defRPr>
            </a:lvl2pPr>
            <a:lvl3pPr algn="l">
              <a:defRPr sz="2550" b="1" i="0">
                <a:solidFill>
                  <a:srgbClr val="102B3F"/>
                </a:solidFill>
                <a:latin typeface="Aptos"/>
                <a:ea typeface="Aptos"/>
                <a:cs typeface="Aptos"/>
              </a:defRPr>
            </a:lvl3pPr>
            <a:lvl4pPr algn="l">
              <a:defRPr sz="2550" b="1" i="0">
                <a:solidFill>
                  <a:srgbClr val="102B3F"/>
                </a:solidFill>
                <a:latin typeface="Aptos"/>
                <a:ea typeface="Aptos"/>
                <a:cs typeface="Aptos"/>
              </a:defRPr>
            </a:lvl4pPr>
            <a:lvl5pPr algn="l">
              <a:defRPr sz="2550" b="1" i="0">
                <a:solidFill>
                  <a:srgbClr val="102B3F"/>
                </a:solidFill>
                <a:latin typeface="Aptos"/>
                <a:ea typeface="Aptos"/>
                <a:cs typeface="Aptos"/>
              </a:defRPr>
            </a:lvl5pPr>
            <a:lvl6pPr algn="l">
              <a:defRPr sz="2550" b="1" i="0">
                <a:solidFill>
                  <a:srgbClr val="102B3F"/>
                </a:solidFill>
                <a:latin typeface="Aptos"/>
                <a:ea typeface="Aptos"/>
                <a:cs typeface="Aptos"/>
              </a:defRPr>
            </a:lvl6pPr>
            <a:lvl7pPr algn="l">
              <a:defRPr sz="2550" b="1" i="0">
                <a:solidFill>
                  <a:srgbClr val="102B3F"/>
                </a:solidFill>
                <a:latin typeface="Aptos"/>
                <a:ea typeface="Aptos"/>
                <a:cs typeface="Aptos"/>
              </a:defRPr>
            </a:lvl7pPr>
            <a:lvl8pPr algn="l">
              <a:defRPr sz="2550" b="1" i="0">
                <a:solidFill>
                  <a:srgbClr val="102B3F"/>
                </a:solidFill>
                <a:latin typeface="Aptos"/>
                <a:ea typeface="Aptos"/>
                <a:cs typeface="Aptos"/>
              </a:defRPr>
            </a:lvl8pPr>
            <a:lvl9pPr algn="l">
              <a:defRPr sz="2550" b="1" i="0">
                <a:solidFill>
                  <a:srgbClr val="102B3F"/>
                </a:solidFill>
                <a:latin typeface="Aptos"/>
                <a:ea typeface="Aptos"/>
                <a:cs typeface="Aptos"/>
              </a:defRPr>
            </a:lvl9pPr>
          </a:lstStyle>
          <a:p xmlns:a="http://schemas.openxmlformats.org/drawingml/2006/main">
            <a:pPr algn="l">
              <a:defRPr sz="2550" b="1" i="0">
                <a:solidFill>
                  <a:srgbClr val="102B3F"/>
                </a:solidFill>
                <a:latin typeface="Aptos"/>
                <a:ea typeface="Aptos"/>
                <a:cs typeface="Aptos"/>
              </a:defRPr>
            </a:pPr>
            <a:r>
              <a:rPr sz="2550" b="1" i="0">
                <a:solidFill>
                  <a:srgbClr val="102B3F"/>
                </a:solidFill>
                <a:latin typeface="Aptos"/>
                <a:ea typeface="Aptos"/>
                <a:cs typeface="Aptos"/>
              </a:rPr>
              <a:t>La etiqueta mide un umbral, no la ganancia neta</a:t>
            </a:r>
          </a:p>
        </p:txBody>
      </p:sp>
      <p:sp>
        <p:nvSpPr>
          <p:cNvPr id="3" name="">
            <a:extLst xmlns:a="http://schemas.openxmlformats.org/drawingml/2006/main">
              <a:ext uri="{FF2B5EF4-FFF2-40B4-BE49-F238E27FC236}">
                <a16:creationId xmlns:a16="http://schemas.microsoft.com/office/drawing/2014/main" id="{ED8D4D42-BF91-4FA7-8591-799612DC7D4D}"/>
              </a:ext>
            </a:extLst>
          </p:cNvPr>
          <p:cNvSpPr>
            <a:spLocks xmlns:a="http://schemas.openxmlformats.org/drawingml/2006/main" noGrp="1"/>
          </p:cNvSpPr>
          <p:nvPr/>
        </p:nvSpPr>
        <p:spPr>
          <a:xfrm xmlns:a="http://schemas.openxmlformats.org/drawingml/2006/main">
            <a:off x="514350" y="1133475"/>
            <a:ext cx="11125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75" b="0" i="0">
                <a:solidFill>
                  <a:srgbClr val="5D7180"/>
                </a:solidFill>
                <a:latin typeface="Aptos"/>
                <a:ea typeface="Aptos"/>
                <a:cs typeface="Aptos"/>
              </a:defRPr>
            </a:defPPr>
            <a:lvl1pPr algn="l">
              <a:defRPr sz="1275" b="0" i="0">
                <a:solidFill>
                  <a:srgbClr val="5D7180"/>
                </a:solidFill>
                <a:latin typeface="Aptos"/>
                <a:ea typeface="Aptos"/>
                <a:cs typeface="Aptos"/>
              </a:defRPr>
            </a:lvl1pPr>
            <a:lvl2pPr algn="l">
              <a:defRPr sz="1275" b="0" i="0">
                <a:solidFill>
                  <a:srgbClr val="5D7180"/>
                </a:solidFill>
                <a:latin typeface="Aptos"/>
                <a:ea typeface="Aptos"/>
                <a:cs typeface="Aptos"/>
              </a:defRPr>
            </a:lvl2pPr>
            <a:lvl3pPr algn="l">
              <a:defRPr sz="1275" b="0" i="0">
                <a:solidFill>
                  <a:srgbClr val="5D7180"/>
                </a:solidFill>
                <a:latin typeface="Aptos"/>
                <a:ea typeface="Aptos"/>
                <a:cs typeface="Aptos"/>
              </a:defRPr>
            </a:lvl3pPr>
            <a:lvl4pPr algn="l">
              <a:defRPr sz="1275" b="0" i="0">
                <a:solidFill>
                  <a:srgbClr val="5D7180"/>
                </a:solidFill>
                <a:latin typeface="Aptos"/>
                <a:ea typeface="Aptos"/>
                <a:cs typeface="Aptos"/>
              </a:defRPr>
            </a:lvl4pPr>
            <a:lvl5pPr algn="l">
              <a:defRPr sz="1275" b="0" i="0">
                <a:solidFill>
                  <a:srgbClr val="5D7180"/>
                </a:solidFill>
                <a:latin typeface="Aptos"/>
                <a:ea typeface="Aptos"/>
                <a:cs typeface="Aptos"/>
              </a:defRPr>
            </a:lvl5pPr>
            <a:lvl6pPr algn="l">
              <a:defRPr sz="1275" b="0" i="0">
                <a:solidFill>
                  <a:srgbClr val="5D7180"/>
                </a:solidFill>
                <a:latin typeface="Aptos"/>
                <a:ea typeface="Aptos"/>
                <a:cs typeface="Aptos"/>
              </a:defRPr>
            </a:lvl6pPr>
            <a:lvl7pPr algn="l">
              <a:defRPr sz="1275" b="0" i="0">
                <a:solidFill>
                  <a:srgbClr val="5D7180"/>
                </a:solidFill>
                <a:latin typeface="Aptos"/>
                <a:ea typeface="Aptos"/>
                <a:cs typeface="Aptos"/>
              </a:defRPr>
            </a:lvl7pPr>
            <a:lvl8pPr algn="l">
              <a:defRPr sz="1275" b="0" i="0">
                <a:solidFill>
                  <a:srgbClr val="5D7180"/>
                </a:solidFill>
                <a:latin typeface="Aptos"/>
                <a:ea typeface="Aptos"/>
                <a:cs typeface="Aptos"/>
              </a:defRPr>
            </a:lvl8pPr>
            <a:lvl9pPr algn="l">
              <a:defRPr sz="1275" b="0" i="0">
                <a:solidFill>
                  <a:srgbClr val="5D7180"/>
                </a:solidFill>
                <a:latin typeface="Aptos"/>
                <a:ea typeface="Aptos"/>
                <a:cs typeface="Aptos"/>
              </a:defRPr>
            </a:lvl9pPr>
          </a:lstStyle>
          <a:p xmlns:a="http://schemas.openxmlformats.org/drawingml/2006/main">
            <a:pPr algn="l">
              <a:defRPr sz="1275" b="0" i="0">
                <a:solidFill>
                  <a:srgbClr val="5D7180"/>
                </a:solidFill>
                <a:latin typeface="Aptos"/>
                <a:ea typeface="Aptos"/>
                <a:cs typeface="Aptos"/>
              </a:defRPr>
            </a:pPr>
            <a:r>
              <a:rPr sz="1275" b="0" i="0">
                <a:solidFill>
                  <a:srgbClr val="5D7180"/>
                </a:solidFill>
                <a:latin typeface="Aptos"/>
                <a:ea typeface="Aptos"/>
                <a:cs typeface="Aptos"/>
              </a:rPr>
              <a:t>Definición operacional fijada para construir las dos clases</a:t>
            </a:r>
          </a:p>
        </p:txBody>
      </p:sp>
      <p:sp>
        <p:nvSpPr>
          <p:cNvPr id="4" name="">
            <a:extLst xmlns:a="http://schemas.openxmlformats.org/drawingml/2006/main">
              <a:ext uri="{FF2B5EF4-FFF2-40B4-BE49-F238E27FC236}">
                <a16:creationId xmlns:a16="http://schemas.microsoft.com/office/drawing/2014/main" id="{1187DD8E-87A2-4B24-B4F3-EBDC731DB3BD}"/>
              </a:ext>
            </a:extLst>
          </p:cNvPr>
          <p:cNvSpPr>
            <a:spLocks xmlns:a="http://schemas.openxmlformats.org/drawingml/2006/main" noGrp="1"/>
          </p:cNvSpPr>
          <p:nvPr/>
        </p:nvSpPr>
        <p:spPr>
          <a:xfrm xmlns:a="http://schemas.openxmlformats.org/drawingml/2006/main">
            <a:off x="514350" y="1504950"/>
            <a:ext cx="11163300" cy="19050"/>
          </a:xfrm>
          <a:prstGeom xmlns:a="http://schemas.openxmlformats.org/drawingml/2006/main" prst="rect">
            <a:avLst/>
          </a:prstGeom>
          <a:solidFill xmlns:a="http://schemas.openxmlformats.org/drawingml/2006/main">
            <a:srgbClr val="D9E1E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ADEC71D-ADB0-4DED-A3E8-9A7FFFC05885}"/>
              </a:ext>
            </a:extLst>
          </p:cNvPr>
          <p:cNvSpPr>
            <a:spLocks xmlns:a="http://schemas.openxmlformats.org/drawingml/2006/main" noGrp="1"/>
          </p:cNvSpPr>
          <p:nvPr/>
        </p:nvSpPr>
        <p:spPr>
          <a:xfrm xmlns:a="http://schemas.openxmlformats.org/drawingml/2006/main">
            <a:off x="514350" y="64198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900" b="1" i="0">
                <a:solidFill>
                  <a:srgbClr val="5D7180"/>
                </a:solidFill>
                <a:latin typeface="Aptos"/>
                <a:ea typeface="Aptos"/>
                <a:cs typeface="Aptos"/>
              </a:defRPr>
            </a:defPPr>
            <a:lvl1pPr algn="l">
              <a:defRPr sz="900" b="1" i="0">
                <a:solidFill>
                  <a:srgbClr val="5D7180"/>
                </a:solidFill>
                <a:latin typeface="Aptos"/>
                <a:ea typeface="Aptos"/>
                <a:cs typeface="Aptos"/>
              </a:defRPr>
            </a:lvl1pPr>
            <a:lvl2pPr algn="l">
              <a:defRPr sz="900" b="1" i="0">
                <a:solidFill>
                  <a:srgbClr val="5D7180"/>
                </a:solidFill>
                <a:latin typeface="Aptos"/>
                <a:ea typeface="Aptos"/>
                <a:cs typeface="Aptos"/>
              </a:defRPr>
            </a:lvl2pPr>
            <a:lvl3pPr algn="l">
              <a:defRPr sz="900" b="1" i="0">
                <a:solidFill>
                  <a:srgbClr val="5D7180"/>
                </a:solidFill>
                <a:latin typeface="Aptos"/>
                <a:ea typeface="Aptos"/>
                <a:cs typeface="Aptos"/>
              </a:defRPr>
            </a:lvl3pPr>
            <a:lvl4pPr algn="l">
              <a:defRPr sz="900" b="1" i="0">
                <a:solidFill>
                  <a:srgbClr val="5D7180"/>
                </a:solidFill>
                <a:latin typeface="Aptos"/>
                <a:ea typeface="Aptos"/>
                <a:cs typeface="Aptos"/>
              </a:defRPr>
            </a:lvl4pPr>
            <a:lvl5pPr algn="l">
              <a:defRPr sz="900" b="1" i="0">
                <a:solidFill>
                  <a:srgbClr val="5D7180"/>
                </a:solidFill>
                <a:latin typeface="Aptos"/>
                <a:ea typeface="Aptos"/>
                <a:cs typeface="Aptos"/>
              </a:defRPr>
            </a:lvl5pPr>
            <a:lvl6pPr algn="l">
              <a:defRPr sz="900" b="1" i="0">
                <a:solidFill>
                  <a:srgbClr val="5D7180"/>
                </a:solidFill>
                <a:latin typeface="Aptos"/>
                <a:ea typeface="Aptos"/>
                <a:cs typeface="Aptos"/>
              </a:defRPr>
            </a:lvl6pPr>
            <a:lvl7pPr algn="l">
              <a:defRPr sz="900" b="1" i="0">
                <a:solidFill>
                  <a:srgbClr val="5D7180"/>
                </a:solidFill>
                <a:latin typeface="Aptos"/>
                <a:ea typeface="Aptos"/>
                <a:cs typeface="Aptos"/>
              </a:defRPr>
            </a:lvl7pPr>
            <a:lvl8pPr algn="l">
              <a:defRPr sz="900" b="1" i="0">
                <a:solidFill>
                  <a:srgbClr val="5D7180"/>
                </a:solidFill>
                <a:latin typeface="Aptos"/>
                <a:ea typeface="Aptos"/>
                <a:cs typeface="Aptos"/>
              </a:defRPr>
            </a:lvl8pPr>
            <a:lvl9pPr algn="l">
              <a:defRPr sz="900" b="1" i="0">
                <a:solidFill>
                  <a:srgbClr val="5D7180"/>
                </a:solidFill>
                <a:latin typeface="Aptos"/>
                <a:ea typeface="Aptos"/>
                <a:cs typeface="Aptos"/>
              </a:defRPr>
            </a:lvl9pPr>
          </a:lstStyle>
          <a:p xmlns:a="http://schemas.openxmlformats.org/drawingml/2006/main">
            <a:pPr algn="l">
              <a:defRPr sz="900" b="1" i="0">
                <a:solidFill>
                  <a:srgbClr val="5D7180"/>
                </a:solidFill>
                <a:latin typeface="Aptos"/>
                <a:ea typeface="Aptos"/>
                <a:cs typeface="Aptos"/>
              </a:defRPr>
            </a:pPr>
            <a:r>
              <a:rPr sz="900" b="1" i="0">
                <a:solidFill>
                  <a:srgbClr val="5D7180"/>
                </a:solidFill>
                <a:latin typeface="Aptos"/>
                <a:ea typeface="Aptos"/>
                <a:cs typeface="Aptos"/>
              </a:rPr>
              <a:t>PROYECTO INTEGRADOR · MACHINE LEARNING</a:t>
            </a:r>
          </a:p>
        </p:txBody>
      </p:sp>
      <p:sp>
        <p:nvSpPr>
          <p:cNvPr id="6" name="">
            <a:extLst xmlns:a="http://schemas.openxmlformats.org/drawingml/2006/main">
              <a:ext uri="{FF2B5EF4-FFF2-40B4-BE49-F238E27FC236}">
                <a16:creationId xmlns:a16="http://schemas.microsoft.com/office/drawing/2014/main" id="{E801D41D-1318-4C72-B792-DD78D82D6BB8}"/>
              </a:ext>
            </a:extLst>
          </p:cNvPr>
          <p:cNvSpPr>
            <a:spLocks xmlns:a="http://schemas.openxmlformats.org/drawingml/2006/main" noGrp="1"/>
          </p:cNvSpPr>
          <p:nvPr/>
        </p:nvSpPr>
        <p:spPr>
          <a:xfrm xmlns:a="http://schemas.openxmlformats.org/drawingml/2006/main">
            <a:off x="11163300" y="64198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r">
              <a:defRPr sz="900" b="1" i="0">
                <a:solidFill>
                  <a:srgbClr val="5D7180"/>
                </a:solidFill>
                <a:latin typeface="Aptos"/>
                <a:ea typeface="Aptos"/>
                <a:cs typeface="Aptos"/>
              </a:defRPr>
            </a:defPPr>
            <a:lvl1pPr algn="r">
              <a:defRPr sz="900" b="1" i="0">
                <a:solidFill>
                  <a:srgbClr val="5D7180"/>
                </a:solidFill>
                <a:latin typeface="Aptos"/>
                <a:ea typeface="Aptos"/>
                <a:cs typeface="Aptos"/>
              </a:defRPr>
            </a:lvl1pPr>
            <a:lvl2pPr algn="r">
              <a:defRPr sz="900" b="1" i="0">
                <a:solidFill>
                  <a:srgbClr val="5D7180"/>
                </a:solidFill>
                <a:latin typeface="Aptos"/>
                <a:ea typeface="Aptos"/>
                <a:cs typeface="Aptos"/>
              </a:defRPr>
            </a:lvl2pPr>
            <a:lvl3pPr algn="r">
              <a:defRPr sz="900" b="1" i="0">
                <a:solidFill>
                  <a:srgbClr val="5D7180"/>
                </a:solidFill>
                <a:latin typeface="Aptos"/>
                <a:ea typeface="Aptos"/>
                <a:cs typeface="Aptos"/>
              </a:defRPr>
            </a:lvl3pPr>
            <a:lvl4pPr algn="r">
              <a:defRPr sz="900" b="1" i="0">
                <a:solidFill>
                  <a:srgbClr val="5D7180"/>
                </a:solidFill>
                <a:latin typeface="Aptos"/>
                <a:ea typeface="Aptos"/>
                <a:cs typeface="Aptos"/>
              </a:defRPr>
            </a:lvl4pPr>
            <a:lvl5pPr algn="r">
              <a:defRPr sz="900" b="1" i="0">
                <a:solidFill>
                  <a:srgbClr val="5D7180"/>
                </a:solidFill>
                <a:latin typeface="Aptos"/>
                <a:ea typeface="Aptos"/>
                <a:cs typeface="Aptos"/>
              </a:defRPr>
            </a:lvl5pPr>
            <a:lvl6pPr algn="r">
              <a:defRPr sz="900" b="1" i="0">
                <a:solidFill>
                  <a:srgbClr val="5D7180"/>
                </a:solidFill>
                <a:latin typeface="Aptos"/>
                <a:ea typeface="Aptos"/>
                <a:cs typeface="Aptos"/>
              </a:defRPr>
            </a:lvl6pPr>
            <a:lvl7pPr algn="r">
              <a:defRPr sz="900" b="1" i="0">
                <a:solidFill>
                  <a:srgbClr val="5D7180"/>
                </a:solidFill>
                <a:latin typeface="Aptos"/>
                <a:ea typeface="Aptos"/>
                <a:cs typeface="Aptos"/>
              </a:defRPr>
            </a:lvl7pPr>
            <a:lvl8pPr algn="r">
              <a:defRPr sz="900" b="1" i="0">
                <a:solidFill>
                  <a:srgbClr val="5D7180"/>
                </a:solidFill>
                <a:latin typeface="Aptos"/>
                <a:ea typeface="Aptos"/>
                <a:cs typeface="Aptos"/>
              </a:defRPr>
            </a:lvl8pPr>
            <a:lvl9pPr algn="r">
              <a:defRPr sz="900" b="1" i="0">
                <a:solidFill>
                  <a:srgbClr val="5D7180"/>
                </a:solidFill>
                <a:latin typeface="Aptos"/>
                <a:ea typeface="Aptos"/>
                <a:cs typeface="Aptos"/>
              </a:defRPr>
            </a:lvl9pPr>
          </a:lstStyle>
          <a:p xmlns:a="http://schemas.openxmlformats.org/drawingml/2006/main">
            <a:pPr algn="r">
              <a:defRPr sz="900" b="1" i="0">
                <a:solidFill>
                  <a:srgbClr val="5D7180"/>
                </a:solidFill>
                <a:latin typeface="Aptos"/>
                <a:ea typeface="Aptos"/>
                <a:cs typeface="Aptos"/>
              </a:defRPr>
            </a:pPr>
            <a:r>
              <a:rPr sz="900" b="1" i="0">
                <a:solidFill>
                  <a:srgbClr val="5D7180"/>
                </a:solidFill>
                <a:latin typeface="Aptos"/>
                <a:ea typeface="Aptos"/>
                <a:cs typeface="Aptos"/>
              </a:rPr>
              <a:t>02</a:t>
            </a:r>
          </a:p>
        </p:txBody>
      </p:sp>
      <p:sp>
        <p:nvSpPr>
          <p:cNvPr id="7" name="">
            <a:extLst xmlns:a="http://schemas.openxmlformats.org/drawingml/2006/main">
              <a:ext uri="{FF2B5EF4-FFF2-40B4-BE49-F238E27FC236}">
                <a16:creationId xmlns:a16="http://schemas.microsoft.com/office/drawing/2014/main" id="{176F7FD5-6D95-42C7-8A96-754331B6E9C1}"/>
              </a:ext>
            </a:extLst>
          </p:cNvPr>
          <p:cNvSpPr>
            <a:spLocks xmlns:a="http://schemas.openxmlformats.org/drawingml/2006/main" noGrp="1"/>
          </p:cNvSpPr>
          <p:nvPr/>
        </p:nvSpPr>
        <p:spPr>
          <a:xfrm xmlns:a="http://schemas.openxmlformats.org/drawingml/2006/main">
            <a:off x="514350" y="1809750"/>
            <a:ext cx="6896100" cy="3314700"/>
          </a:xfrm>
          <a:prstGeom xmlns:a="http://schemas.openxmlformats.org/drawingml/2006/main" prst="roundRect">
            <a:avLst>
              <a:gd name="adj" fmla="val 2299"/>
            </a:avLst>
          </a:prstGeom>
          <a:solidFill xmlns:a="http://schemas.openxmlformats.org/drawingml/2006/main">
            <a:srgbClr val="102B3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8B55EC9-4F5D-41C1-9091-C823499EEB6F}"/>
              </a:ext>
            </a:extLst>
          </p:cNvPr>
          <p:cNvSpPr>
            <a:spLocks xmlns:a="http://schemas.openxmlformats.org/drawingml/2006/main" noGrp="1"/>
          </p:cNvSpPr>
          <p:nvPr/>
        </p:nvSpPr>
        <p:spPr>
          <a:xfrm xmlns:a="http://schemas.openxmlformats.org/drawingml/2006/main">
            <a:off x="819150" y="2143125"/>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125" b="1" i="0">
                <a:solidFill>
                  <a:srgbClr val="AFC5CE"/>
                </a:solidFill>
                <a:latin typeface="Aptos"/>
                <a:ea typeface="Aptos"/>
                <a:cs typeface="Aptos"/>
              </a:defRPr>
            </a:defPPr>
            <a:lvl1pPr algn="l">
              <a:defRPr sz="1125" b="1" i="0">
                <a:solidFill>
                  <a:srgbClr val="AFC5CE"/>
                </a:solidFill>
                <a:latin typeface="Aptos"/>
                <a:ea typeface="Aptos"/>
                <a:cs typeface="Aptos"/>
              </a:defRPr>
            </a:lvl1pPr>
            <a:lvl2pPr algn="l">
              <a:defRPr sz="1125" b="1" i="0">
                <a:solidFill>
                  <a:srgbClr val="AFC5CE"/>
                </a:solidFill>
                <a:latin typeface="Aptos"/>
                <a:ea typeface="Aptos"/>
                <a:cs typeface="Aptos"/>
              </a:defRPr>
            </a:lvl2pPr>
            <a:lvl3pPr algn="l">
              <a:defRPr sz="1125" b="1" i="0">
                <a:solidFill>
                  <a:srgbClr val="AFC5CE"/>
                </a:solidFill>
                <a:latin typeface="Aptos"/>
                <a:ea typeface="Aptos"/>
                <a:cs typeface="Aptos"/>
              </a:defRPr>
            </a:lvl3pPr>
            <a:lvl4pPr algn="l">
              <a:defRPr sz="1125" b="1" i="0">
                <a:solidFill>
                  <a:srgbClr val="AFC5CE"/>
                </a:solidFill>
                <a:latin typeface="Aptos"/>
                <a:ea typeface="Aptos"/>
                <a:cs typeface="Aptos"/>
              </a:defRPr>
            </a:lvl4pPr>
            <a:lvl5pPr algn="l">
              <a:defRPr sz="1125" b="1" i="0">
                <a:solidFill>
                  <a:srgbClr val="AFC5CE"/>
                </a:solidFill>
                <a:latin typeface="Aptos"/>
                <a:ea typeface="Aptos"/>
                <a:cs typeface="Aptos"/>
              </a:defRPr>
            </a:lvl5pPr>
            <a:lvl6pPr algn="l">
              <a:defRPr sz="1125" b="1" i="0">
                <a:solidFill>
                  <a:srgbClr val="AFC5CE"/>
                </a:solidFill>
                <a:latin typeface="Aptos"/>
                <a:ea typeface="Aptos"/>
                <a:cs typeface="Aptos"/>
              </a:defRPr>
            </a:lvl6pPr>
            <a:lvl7pPr algn="l">
              <a:defRPr sz="1125" b="1" i="0">
                <a:solidFill>
                  <a:srgbClr val="AFC5CE"/>
                </a:solidFill>
                <a:latin typeface="Aptos"/>
                <a:ea typeface="Aptos"/>
                <a:cs typeface="Aptos"/>
              </a:defRPr>
            </a:lvl7pPr>
            <a:lvl8pPr algn="l">
              <a:defRPr sz="1125" b="1" i="0">
                <a:solidFill>
                  <a:srgbClr val="AFC5CE"/>
                </a:solidFill>
                <a:latin typeface="Aptos"/>
                <a:ea typeface="Aptos"/>
                <a:cs typeface="Aptos"/>
              </a:defRPr>
            </a:lvl8pPr>
            <a:lvl9pPr algn="l">
              <a:defRPr sz="1125" b="1" i="0">
                <a:solidFill>
                  <a:srgbClr val="AFC5CE"/>
                </a:solidFill>
                <a:latin typeface="Aptos"/>
                <a:ea typeface="Aptos"/>
                <a:cs typeface="Aptos"/>
              </a:defRPr>
            </a:lvl9pPr>
          </a:lstStyle>
          <a:p xmlns:a="http://schemas.openxmlformats.org/drawingml/2006/main">
            <a:pPr algn="l">
              <a:defRPr sz="1125" b="1" i="0">
                <a:solidFill>
                  <a:srgbClr val="AFC5CE"/>
                </a:solidFill>
                <a:latin typeface="Aptos"/>
                <a:ea typeface="Aptos"/>
                <a:cs typeface="Aptos"/>
              </a:defRPr>
            </a:pPr>
            <a:r>
              <a:rPr sz="1125" b="1" i="0">
                <a:solidFill>
                  <a:srgbClr val="AFC5CE"/>
                </a:solidFill>
                <a:latin typeface="Aptos"/>
                <a:ea typeface="Aptos"/>
                <a:cs typeface="Aptos"/>
              </a:rPr>
              <a:t>RECAUDACIÓN MUNDIAL</a:t>
            </a:r>
          </a:p>
        </p:txBody>
      </p:sp>
      <p:sp>
        <p:nvSpPr>
          <p:cNvPr id="9" name="">
            <a:extLst xmlns:a="http://schemas.openxmlformats.org/drawingml/2006/main">
              <a:ext uri="{FF2B5EF4-FFF2-40B4-BE49-F238E27FC236}">
                <a16:creationId xmlns:a16="http://schemas.microsoft.com/office/drawing/2014/main" id="{0AACB1CD-4448-4AAD-A75C-3B2260222D50}"/>
              </a:ext>
            </a:extLst>
          </p:cNvPr>
          <p:cNvSpPr>
            <a:spLocks xmlns:a="http://schemas.openxmlformats.org/drawingml/2006/main" noGrp="1"/>
          </p:cNvSpPr>
          <p:nvPr/>
        </p:nvSpPr>
        <p:spPr>
          <a:xfrm xmlns:a="http://schemas.openxmlformats.org/drawingml/2006/main">
            <a:off x="819150" y="2571750"/>
            <a:ext cx="5905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3000" b="1" i="0">
                <a:solidFill>
                  <a:srgbClr val="FFFFFF"/>
                </a:solidFill>
                <a:latin typeface="Aptos"/>
                <a:ea typeface="Aptos"/>
                <a:cs typeface="Aptos"/>
              </a:defRPr>
            </a:defPPr>
            <a:lvl1pPr algn="l">
              <a:defRPr sz="3000" b="1" i="0">
                <a:solidFill>
                  <a:srgbClr val="FFFFFF"/>
                </a:solidFill>
                <a:latin typeface="Aptos"/>
                <a:ea typeface="Aptos"/>
                <a:cs typeface="Aptos"/>
              </a:defRPr>
            </a:lvl1pPr>
            <a:lvl2pPr algn="l">
              <a:defRPr sz="3000" b="1" i="0">
                <a:solidFill>
                  <a:srgbClr val="FFFFFF"/>
                </a:solidFill>
                <a:latin typeface="Aptos"/>
                <a:ea typeface="Aptos"/>
                <a:cs typeface="Aptos"/>
              </a:defRPr>
            </a:lvl2pPr>
            <a:lvl3pPr algn="l">
              <a:defRPr sz="3000" b="1" i="0">
                <a:solidFill>
                  <a:srgbClr val="FFFFFF"/>
                </a:solidFill>
                <a:latin typeface="Aptos"/>
                <a:ea typeface="Aptos"/>
                <a:cs typeface="Aptos"/>
              </a:defRPr>
            </a:lvl3pPr>
            <a:lvl4pPr algn="l">
              <a:defRPr sz="3000" b="1" i="0">
                <a:solidFill>
                  <a:srgbClr val="FFFFFF"/>
                </a:solidFill>
                <a:latin typeface="Aptos"/>
                <a:ea typeface="Aptos"/>
                <a:cs typeface="Aptos"/>
              </a:defRPr>
            </a:lvl4pPr>
            <a:lvl5pPr algn="l">
              <a:defRPr sz="3000" b="1" i="0">
                <a:solidFill>
                  <a:srgbClr val="FFFFFF"/>
                </a:solidFill>
                <a:latin typeface="Aptos"/>
                <a:ea typeface="Aptos"/>
                <a:cs typeface="Aptos"/>
              </a:defRPr>
            </a:lvl5pPr>
            <a:lvl6pPr algn="l">
              <a:defRPr sz="3000" b="1" i="0">
                <a:solidFill>
                  <a:srgbClr val="FFFFFF"/>
                </a:solidFill>
                <a:latin typeface="Aptos"/>
                <a:ea typeface="Aptos"/>
                <a:cs typeface="Aptos"/>
              </a:defRPr>
            </a:lvl6pPr>
            <a:lvl7pPr algn="l">
              <a:defRPr sz="3000" b="1" i="0">
                <a:solidFill>
                  <a:srgbClr val="FFFFFF"/>
                </a:solidFill>
                <a:latin typeface="Aptos"/>
                <a:ea typeface="Aptos"/>
                <a:cs typeface="Aptos"/>
              </a:defRPr>
            </a:lvl7pPr>
            <a:lvl8pPr algn="l">
              <a:defRPr sz="3000" b="1" i="0">
                <a:solidFill>
                  <a:srgbClr val="FFFFFF"/>
                </a:solidFill>
                <a:latin typeface="Aptos"/>
                <a:ea typeface="Aptos"/>
                <a:cs typeface="Aptos"/>
              </a:defRPr>
            </a:lvl8pPr>
            <a:lvl9pPr algn="l">
              <a:defRPr sz="3000" b="1" i="0">
                <a:solidFill>
                  <a:srgbClr val="FFFFFF"/>
                </a:solidFill>
                <a:latin typeface="Aptos"/>
                <a:ea typeface="Aptos"/>
                <a:cs typeface="Aptos"/>
              </a:defRPr>
            </a:lvl9pPr>
          </a:lstStyle>
          <a:p xmlns:a="http://schemas.openxmlformats.org/drawingml/2006/main">
            <a:pPr algn="l">
              <a:defRPr sz="3000" b="1" i="0">
                <a:solidFill>
                  <a:srgbClr val="FFFFFF"/>
                </a:solidFill>
                <a:latin typeface="Aptos"/>
                <a:ea typeface="Aptos"/>
                <a:cs typeface="Aptos"/>
              </a:defRPr>
            </a:pPr>
            <a:r>
              <a:rPr sz="3000" b="1" i="0">
                <a:solidFill>
                  <a:srgbClr val="FFFFFF"/>
                </a:solidFill>
                <a:latin typeface="Aptos"/>
                <a:ea typeface="Aptos"/>
                <a:cs typeface="Aptos"/>
              </a:rPr>
              <a:t>≥ 2 × presupuesto</a:t>
            </a:r>
          </a:p>
        </p:txBody>
      </p:sp>
      <p:sp>
        <p:nvSpPr>
          <p:cNvPr id="10" name="">
            <a:extLst xmlns:a="http://schemas.openxmlformats.org/drawingml/2006/main">
              <a:ext uri="{FF2B5EF4-FFF2-40B4-BE49-F238E27FC236}">
                <a16:creationId xmlns:a16="http://schemas.microsoft.com/office/drawing/2014/main" id="{A93EDEAA-4C2D-4094-BE36-6E81FB64A5D7}"/>
              </a:ext>
            </a:extLst>
          </p:cNvPr>
          <p:cNvSpPr>
            <a:spLocks xmlns:a="http://schemas.openxmlformats.org/drawingml/2006/main" noGrp="1"/>
          </p:cNvSpPr>
          <p:nvPr/>
        </p:nvSpPr>
        <p:spPr>
          <a:xfrm xmlns:a="http://schemas.openxmlformats.org/drawingml/2006/main">
            <a:off x="819150" y="3448050"/>
            <a:ext cx="5905500" cy="9525"/>
          </a:xfrm>
          <a:prstGeom xmlns:a="http://schemas.openxmlformats.org/drawingml/2006/main" prst="rect">
            <a:avLst/>
          </a:prstGeom>
          <a:solidFill xmlns:a="http://schemas.openxmlformats.org/drawingml/2006/main">
            <a:srgbClr val="40607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DB66719-CE7A-4B15-9FF7-F584FFE5EE19}"/>
              </a:ext>
            </a:extLst>
          </p:cNvPr>
          <p:cNvSpPr>
            <a:spLocks xmlns:a="http://schemas.openxmlformats.org/drawingml/2006/main" noGrp="1"/>
          </p:cNvSpPr>
          <p:nvPr/>
        </p:nvSpPr>
        <p:spPr>
          <a:xfrm xmlns:a="http://schemas.openxmlformats.org/drawingml/2006/main">
            <a:off x="819150" y="3752850"/>
            <a:ext cx="2457450" cy="838200"/>
          </a:xfrm>
          <a:prstGeom xmlns:a="http://schemas.openxmlformats.org/drawingml/2006/main" prst="roundRect">
            <a:avLst>
              <a:gd name="adj" fmla="val 9091"/>
            </a:avLst>
          </a:prstGeom>
          <a:solidFill xmlns:a="http://schemas.openxmlformats.org/drawingml/2006/main">
            <a:srgbClr val="00A6A6"/>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04D1512-8E4A-4ECD-95B4-147183CDE472}"/>
              </a:ext>
            </a:extLst>
          </p:cNvPr>
          <p:cNvSpPr>
            <a:spLocks xmlns:a="http://schemas.openxmlformats.org/drawingml/2006/main" noGrp="1"/>
          </p:cNvSpPr>
          <p:nvPr/>
        </p:nvSpPr>
        <p:spPr>
          <a:xfrm xmlns:a="http://schemas.openxmlformats.org/drawingml/2006/main">
            <a:off x="1009650" y="3924300"/>
            <a:ext cx="2076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75" b="1" i="0">
                <a:solidFill>
                  <a:srgbClr val="FFFFFF"/>
                </a:solidFill>
                <a:latin typeface="Aptos"/>
                <a:ea typeface="Aptos"/>
                <a:cs typeface="Aptos"/>
              </a:defRPr>
            </a:defPPr>
            <a:lvl1pPr algn="l">
              <a:defRPr sz="1275" b="1" i="0">
                <a:solidFill>
                  <a:srgbClr val="FFFFFF"/>
                </a:solidFill>
                <a:latin typeface="Aptos"/>
                <a:ea typeface="Aptos"/>
                <a:cs typeface="Aptos"/>
              </a:defRPr>
            </a:lvl1pPr>
            <a:lvl2pPr algn="l">
              <a:defRPr sz="1275" b="1" i="0">
                <a:solidFill>
                  <a:srgbClr val="FFFFFF"/>
                </a:solidFill>
                <a:latin typeface="Aptos"/>
                <a:ea typeface="Aptos"/>
                <a:cs typeface="Aptos"/>
              </a:defRPr>
            </a:lvl2pPr>
            <a:lvl3pPr algn="l">
              <a:defRPr sz="1275" b="1" i="0">
                <a:solidFill>
                  <a:srgbClr val="FFFFFF"/>
                </a:solidFill>
                <a:latin typeface="Aptos"/>
                <a:ea typeface="Aptos"/>
                <a:cs typeface="Aptos"/>
              </a:defRPr>
            </a:lvl3pPr>
            <a:lvl4pPr algn="l">
              <a:defRPr sz="1275" b="1" i="0">
                <a:solidFill>
                  <a:srgbClr val="FFFFFF"/>
                </a:solidFill>
                <a:latin typeface="Aptos"/>
                <a:ea typeface="Aptos"/>
                <a:cs typeface="Aptos"/>
              </a:defRPr>
            </a:lvl4pPr>
            <a:lvl5pPr algn="l">
              <a:defRPr sz="1275" b="1" i="0">
                <a:solidFill>
                  <a:srgbClr val="FFFFFF"/>
                </a:solidFill>
                <a:latin typeface="Aptos"/>
                <a:ea typeface="Aptos"/>
                <a:cs typeface="Aptos"/>
              </a:defRPr>
            </a:lvl5pPr>
            <a:lvl6pPr algn="l">
              <a:defRPr sz="1275" b="1" i="0">
                <a:solidFill>
                  <a:srgbClr val="FFFFFF"/>
                </a:solidFill>
                <a:latin typeface="Aptos"/>
                <a:ea typeface="Aptos"/>
                <a:cs typeface="Aptos"/>
              </a:defRPr>
            </a:lvl6pPr>
            <a:lvl7pPr algn="l">
              <a:defRPr sz="1275" b="1" i="0">
                <a:solidFill>
                  <a:srgbClr val="FFFFFF"/>
                </a:solidFill>
                <a:latin typeface="Aptos"/>
                <a:ea typeface="Aptos"/>
                <a:cs typeface="Aptos"/>
              </a:defRPr>
            </a:lvl7pPr>
            <a:lvl8pPr algn="l">
              <a:defRPr sz="1275" b="1" i="0">
                <a:solidFill>
                  <a:srgbClr val="FFFFFF"/>
                </a:solidFill>
                <a:latin typeface="Aptos"/>
                <a:ea typeface="Aptos"/>
                <a:cs typeface="Aptos"/>
              </a:defRPr>
            </a:lvl8pPr>
            <a:lvl9pPr algn="l">
              <a:defRPr sz="1275" b="1" i="0">
                <a:solidFill>
                  <a:srgbClr val="FFFFFF"/>
                </a:solidFill>
                <a:latin typeface="Aptos"/>
                <a:ea typeface="Aptos"/>
                <a:cs typeface="Aptos"/>
              </a:defRPr>
            </a:lvl9pPr>
          </a:lstStyle>
          <a:p xmlns:a="http://schemas.openxmlformats.org/drawingml/2006/main">
            <a:pPr algn="l">
              <a:defRPr sz="1275" b="1" i="0">
                <a:solidFill>
                  <a:srgbClr val="FFFFFF"/>
                </a:solidFill>
                <a:latin typeface="Aptos"/>
                <a:ea typeface="Aptos"/>
                <a:cs typeface="Aptos"/>
              </a:defRPr>
            </a:pPr>
            <a:r>
              <a:rPr sz="1275" b="1" i="0">
                <a:solidFill>
                  <a:srgbClr val="FFFFFF"/>
                </a:solidFill>
                <a:latin typeface="Aptos"/>
                <a:ea typeface="Aptos"/>
                <a:cs typeface="Aptos"/>
              </a:rPr>
              <a:t>ÉXITO · CLASE 1</a:t>
            </a:r>
          </a:p>
        </p:txBody>
      </p:sp>
      <p:sp>
        <p:nvSpPr>
          <p:cNvPr id="13" name="">
            <a:extLst xmlns:a="http://schemas.openxmlformats.org/drawingml/2006/main">
              <a:ext uri="{FF2B5EF4-FFF2-40B4-BE49-F238E27FC236}">
                <a16:creationId xmlns:a16="http://schemas.microsoft.com/office/drawing/2014/main" id="{D331147B-4F1A-489E-8D63-BBA5ADC86C08}"/>
              </a:ext>
            </a:extLst>
          </p:cNvPr>
          <p:cNvSpPr>
            <a:spLocks xmlns:a="http://schemas.openxmlformats.org/drawingml/2006/main" noGrp="1"/>
          </p:cNvSpPr>
          <p:nvPr/>
        </p:nvSpPr>
        <p:spPr>
          <a:xfrm xmlns:a="http://schemas.openxmlformats.org/drawingml/2006/main">
            <a:off x="1009650" y="4210050"/>
            <a:ext cx="20764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050" b="0" i="0">
                <a:solidFill>
                  <a:srgbClr val="FFFFFF"/>
                </a:solidFill>
                <a:latin typeface="Aptos"/>
                <a:ea typeface="Aptos"/>
                <a:cs typeface="Aptos"/>
              </a:defRPr>
            </a:defPPr>
            <a:lvl1pPr algn="l">
              <a:defRPr sz="1050" b="0" i="0">
                <a:solidFill>
                  <a:srgbClr val="FFFFFF"/>
                </a:solidFill>
                <a:latin typeface="Aptos"/>
                <a:ea typeface="Aptos"/>
                <a:cs typeface="Aptos"/>
              </a:defRPr>
            </a:lvl1pPr>
            <a:lvl2pPr algn="l">
              <a:defRPr sz="1050" b="0" i="0">
                <a:solidFill>
                  <a:srgbClr val="FFFFFF"/>
                </a:solidFill>
                <a:latin typeface="Aptos"/>
                <a:ea typeface="Aptos"/>
                <a:cs typeface="Aptos"/>
              </a:defRPr>
            </a:lvl2pPr>
            <a:lvl3pPr algn="l">
              <a:defRPr sz="1050" b="0" i="0">
                <a:solidFill>
                  <a:srgbClr val="FFFFFF"/>
                </a:solidFill>
                <a:latin typeface="Aptos"/>
                <a:ea typeface="Aptos"/>
                <a:cs typeface="Aptos"/>
              </a:defRPr>
            </a:lvl3pPr>
            <a:lvl4pPr algn="l">
              <a:defRPr sz="1050" b="0" i="0">
                <a:solidFill>
                  <a:srgbClr val="FFFFFF"/>
                </a:solidFill>
                <a:latin typeface="Aptos"/>
                <a:ea typeface="Aptos"/>
                <a:cs typeface="Aptos"/>
              </a:defRPr>
            </a:lvl4pPr>
            <a:lvl5pPr algn="l">
              <a:defRPr sz="1050" b="0" i="0">
                <a:solidFill>
                  <a:srgbClr val="FFFFFF"/>
                </a:solidFill>
                <a:latin typeface="Aptos"/>
                <a:ea typeface="Aptos"/>
                <a:cs typeface="Aptos"/>
              </a:defRPr>
            </a:lvl5pPr>
            <a:lvl6pPr algn="l">
              <a:defRPr sz="1050" b="0" i="0">
                <a:solidFill>
                  <a:srgbClr val="FFFFFF"/>
                </a:solidFill>
                <a:latin typeface="Aptos"/>
                <a:ea typeface="Aptos"/>
                <a:cs typeface="Aptos"/>
              </a:defRPr>
            </a:lvl6pPr>
            <a:lvl7pPr algn="l">
              <a:defRPr sz="1050" b="0" i="0">
                <a:solidFill>
                  <a:srgbClr val="FFFFFF"/>
                </a:solidFill>
                <a:latin typeface="Aptos"/>
                <a:ea typeface="Aptos"/>
                <a:cs typeface="Aptos"/>
              </a:defRPr>
            </a:lvl7pPr>
            <a:lvl8pPr algn="l">
              <a:defRPr sz="1050" b="0" i="0">
                <a:solidFill>
                  <a:srgbClr val="FFFFFF"/>
                </a:solidFill>
                <a:latin typeface="Aptos"/>
                <a:ea typeface="Aptos"/>
                <a:cs typeface="Aptos"/>
              </a:defRPr>
            </a:lvl8pPr>
            <a:lvl9pPr algn="l">
              <a:defRPr sz="1050" b="0" i="0">
                <a:solidFill>
                  <a:srgbClr val="FFFFFF"/>
                </a:solidFill>
                <a:latin typeface="Aptos"/>
                <a:ea typeface="Aptos"/>
                <a:cs typeface="Aptos"/>
              </a:defRPr>
            </a:lvl9pPr>
          </a:lstStyle>
          <a:p xmlns:a="http://schemas.openxmlformats.org/drawingml/2006/main">
            <a:pPr algn="l">
              <a:defRPr sz="1050" b="0" i="0">
                <a:solidFill>
                  <a:srgbClr val="FFFFFF"/>
                </a:solidFill>
                <a:latin typeface="Aptos"/>
                <a:ea typeface="Aptos"/>
                <a:cs typeface="Aptos"/>
              </a:defRPr>
            </a:pPr>
            <a:r>
              <a:rPr sz="1050" b="0" i="0">
                <a:solidFill>
                  <a:srgbClr val="FFFFFF"/>
                </a:solidFill>
                <a:latin typeface="Aptos"/>
                <a:ea typeface="Aptos"/>
                <a:cs typeface="Aptos"/>
              </a:rPr>
              <a:t>revenue ≥ 2 × budget</a:t>
            </a:r>
          </a:p>
        </p:txBody>
      </p:sp>
      <p:sp>
        <p:nvSpPr>
          <p:cNvPr id="14" name="">
            <a:extLst xmlns:a="http://schemas.openxmlformats.org/drawingml/2006/main">
              <a:ext uri="{FF2B5EF4-FFF2-40B4-BE49-F238E27FC236}">
                <a16:creationId xmlns:a16="http://schemas.microsoft.com/office/drawing/2014/main" id="{EF46BFCF-1DA8-44A0-85EF-42A1B57171D1}"/>
              </a:ext>
            </a:extLst>
          </p:cNvPr>
          <p:cNvSpPr>
            <a:spLocks xmlns:a="http://schemas.openxmlformats.org/drawingml/2006/main" noGrp="1"/>
          </p:cNvSpPr>
          <p:nvPr/>
        </p:nvSpPr>
        <p:spPr>
          <a:xfrm xmlns:a="http://schemas.openxmlformats.org/drawingml/2006/main">
            <a:off x="3505200" y="3752850"/>
            <a:ext cx="2457450" cy="838200"/>
          </a:xfrm>
          <a:prstGeom xmlns:a="http://schemas.openxmlformats.org/drawingml/2006/main" prst="roundRect">
            <a:avLst>
              <a:gd name="adj" fmla="val 9091"/>
            </a:avLst>
          </a:prstGeom>
          <a:solidFill xmlns:a="http://schemas.openxmlformats.org/drawingml/2006/main">
            <a:srgbClr val="D96C5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673DB80-1124-44D5-82DD-07DD77557C3E}"/>
              </a:ext>
            </a:extLst>
          </p:cNvPr>
          <p:cNvSpPr>
            <a:spLocks xmlns:a="http://schemas.openxmlformats.org/drawingml/2006/main" noGrp="1"/>
          </p:cNvSpPr>
          <p:nvPr/>
        </p:nvSpPr>
        <p:spPr>
          <a:xfrm xmlns:a="http://schemas.openxmlformats.org/drawingml/2006/main">
            <a:off x="3695700" y="3924300"/>
            <a:ext cx="2076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75" b="1" i="0">
                <a:solidFill>
                  <a:srgbClr val="FFFFFF"/>
                </a:solidFill>
                <a:latin typeface="Aptos"/>
                <a:ea typeface="Aptos"/>
                <a:cs typeface="Aptos"/>
              </a:defRPr>
            </a:defPPr>
            <a:lvl1pPr algn="l">
              <a:defRPr sz="1275" b="1" i="0">
                <a:solidFill>
                  <a:srgbClr val="FFFFFF"/>
                </a:solidFill>
                <a:latin typeface="Aptos"/>
                <a:ea typeface="Aptos"/>
                <a:cs typeface="Aptos"/>
              </a:defRPr>
            </a:lvl1pPr>
            <a:lvl2pPr algn="l">
              <a:defRPr sz="1275" b="1" i="0">
                <a:solidFill>
                  <a:srgbClr val="FFFFFF"/>
                </a:solidFill>
                <a:latin typeface="Aptos"/>
                <a:ea typeface="Aptos"/>
                <a:cs typeface="Aptos"/>
              </a:defRPr>
            </a:lvl2pPr>
            <a:lvl3pPr algn="l">
              <a:defRPr sz="1275" b="1" i="0">
                <a:solidFill>
                  <a:srgbClr val="FFFFFF"/>
                </a:solidFill>
                <a:latin typeface="Aptos"/>
                <a:ea typeface="Aptos"/>
                <a:cs typeface="Aptos"/>
              </a:defRPr>
            </a:lvl3pPr>
            <a:lvl4pPr algn="l">
              <a:defRPr sz="1275" b="1" i="0">
                <a:solidFill>
                  <a:srgbClr val="FFFFFF"/>
                </a:solidFill>
                <a:latin typeface="Aptos"/>
                <a:ea typeface="Aptos"/>
                <a:cs typeface="Aptos"/>
              </a:defRPr>
            </a:lvl4pPr>
            <a:lvl5pPr algn="l">
              <a:defRPr sz="1275" b="1" i="0">
                <a:solidFill>
                  <a:srgbClr val="FFFFFF"/>
                </a:solidFill>
                <a:latin typeface="Aptos"/>
                <a:ea typeface="Aptos"/>
                <a:cs typeface="Aptos"/>
              </a:defRPr>
            </a:lvl5pPr>
            <a:lvl6pPr algn="l">
              <a:defRPr sz="1275" b="1" i="0">
                <a:solidFill>
                  <a:srgbClr val="FFFFFF"/>
                </a:solidFill>
                <a:latin typeface="Aptos"/>
                <a:ea typeface="Aptos"/>
                <a:cs typeface="Aptos"/>
              </a:defRPr>
            </a:lvl6pPr>
            <a:lvl7pPr algn="l">
              <a:defRPr sz="1275" b="1" i="0">
                <a:solidFill>
                  <a:srgbClr val="FFFFFF"/>
                </a:solidFill>
                <a:latin typeface="Aptos"/>
                <a:ea typeface="Aptos"/>
                <a:cs typeface="Aptos"/>
              </a:defRPr>
            </a:lvl7pPr>
            <a:lvl8pPr algn="l">
              <a:defRPr sz="1275" b="1" i="0">
                <a:solidFill>
                  <a:srgbClr val="FFFFFF"/>
                </a:solidFill>
                <a:latin typeface="Aptos"/>
                <a:ea typeface="Aptos"/>
                <a:cs typeface="Aptos"/>
              </a:defRPr>
            </a:lvl8pPr>
            <a:lvl9pPr algn="l">
              <a:defRPr sz="1275" b="1" i="0">
                <a:solidFill>
                  <a:srgbClr val="FFFFFF"/>
                </a:solidFill>
                <a:latin typeface="Aptos"/>
                <a:ea typeface="Aptos"/>
                <a:cs typeface="Aptos"/>
              </a:defRPr>
            </a:lvl9pPr>
          </a:lstStyle>
          <a:p xmlns:a="http://schemas.openxmlformats.org/drawingml/2006/main">
            <a:pPr algn="l">
              <a:defRPr sz="1275" b="1" i="0">
                <a:solidFill>
                  <a:srgbClr val="FFFFFF"/>
                </a:solidFill>
                <a:latin typeface="Aptos"/>
                <a:ea typeface="Aptos"/>
                <a:cs typeface="Aptos"/>
              </a:defRPr>
            </a:pPr>
            <a:r>
              <a:rPr sz="1275" b="1" i="0">
                <a:solidFill>
                  <a:srgbClr val="FFFFFF"/>
                </a:solidFill>
                <a:latin typeface="Aptos"/>
                <a:ea typeface="Aptos"/>
                <a:cs typeface="Aptos"/>
              </a:rPr>
              <a:t>FRACASO · CLASE 0</a:t>
            </a:r>
          </a:p>
        </p:txBody>
      </p:sp>
      <p:sp>
        <p:nvSpPr>
          <p:cNvPr id="16" name="">
            <a:extLst xmlns:a="http://schemas.openxmlformats.org/drawingml/2006/main">
              <a:ext uri="{FF2B5EF4-FFF2-40B4-BE49-F238E27FC236}">
                <a16:creationId xmlns:a16="http://schemas.microsoft.com/office/drawing/2014/main" id="{82FE17C0-7DA6-4A24-B8D2-2F7728C77551}"/>
              </a:ext>
            </a:extLst>
          </p:cNvPr>
          <p:cNvSpPr>
            <a:spLocks xmlns:a="http://schemas.openxmlformats.org/drawingml/2006/main" noGrp="1"/>
          </p:cNvSpPr>
          <p:nvPr/>
        </p:nvSpPr>
        <p:spPr>
          <a:xfrm xmlns:a="http://schemas.openxmlformats.org/drawingml/2006/main">
            <a:off x="3695700" y="4210050"/>
            <a:ext cx="20764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050" b="0" i="0">
                <a:solidFill>
                  <a:srgbClr val="FFFFFF"/>
                </a:solidFill>
                <a:latin typeface="Aptos"/>
                <a:ea typeface="Aptos"/>
                <a:cs typeface="Aptos"/>
              </a:defRPr>
            </a:defPPr>
            <a:lvl1pPr algn="l">
              <a:defRPr sz="1050" b="0" i="0">
                <a:solidFill>
                  <a:srgbClr val="FFFFFF"/>
                </a:solidFill>
                <a:latin typeface="Aptos"/>
                <a:ea typeface="Aptos"/>
                <a:cs typeface="Aptos"/>
              </a:defRPr>
            </a:lvl1pPr>
            <a:lvl2pPr algn="l">
              <a:defRPr sz="1050" b="0" i="0">
                <a:solidFill>
                  <a:srgbClr val="FFFFFF"/>
                </a:solidFill>
                <a:latin typeface="Aptos"/>
                <a:ea typeface="Aptos"/>
                <a:cs typeface="Aptos"/>
              </a:defRPr>
            </a:lvl2pPr>
            <a:lvl3pPr algn="l">
              <a:defRPr sz="1050" b="0" i="0">
                <a:solidFill>
                  <a:srgbClr val="FFFFFF"/>
                </a:solidFill>
                <a:latin typeface="Aptos"/>
                <a:ea typeface="Aptos"/>
                <a:cs typeface="Aptos"/>
              </a:defRPr>
            </a:lvl3pPr>
            <a:lvl4pPr algn="l">
              <a:defRPr sz="1050" b="0" i="0">
                <a:solidFill>
                  <a:srgbClr val="FFFFFF"/>
                </a:solidFill>
                <a:latin typeface="Aptos"/>
                <a:ea typeface="Aptos"/>
                <a:cs typeface="Aptos"/>
              </a:defRPr>
            </a:lvl4pPr>
            <a:lvl5pPr algn="l">
              <a:defRPr sz="1050" b="0" i="0">
                <a:solidFill>
                  <a:srgbClr val="FFFFFF"/>
                </a:solidFill>
                <a:latin typeface="Aptos"/>
                <a:ea typeface="Aptos"/>
                <a:cs typeface="Aptos"/>
              </a:defRPr>
            </a:lvl5pPr>
            <a:lvl6pPr algn="l">
              <a:defRPr sz="1050" b="0" i="0">
                <a:solidFill>
                  <a:srgbClr val="FFFFFF"/>
                </a:solidFill>
                <a:latin typeface="Aptos"/>
                <a:ea typeface="Aptos"/>
                <a:cs typeface="Aptos"/>
              </a:defRPr>
            </a:lvl6pPr>
            <a:lvl7pPr algn="l">
              <a:defRPr sz="1050" b="0" i="0">
                <a:solidFill>
                  <a:srgbClr val="FFFFFF"/>
                </a:solidFill>
                <a:latin typeface="Aptos"/>
                <a:ea typeface="Aptos"/>
                <a:cs typeface="Aptos"/>
              </a:defRPr>
            </a:lvl7pPr>
            <a:lvl8pPr algn="l">
              <a:defRPr sz="1050" b="0" i="0">
                <a:solidFill>
                  <a:srgbClr val="FFFFFF"/>
                </a:solidFill>
                <a:latin typeface="Aptos"/>
                <a:ea typeface="Aptos"/>
                <a:cs typeface="Aptos"/>
              </a:defRPr>
            </a:lvl8pPr>
            <a:lvl9pPr algn="l">
              <a:defRPr sz="1050" b="0" i="0">
                <a:solidFill>
                  <a:srgbClr val="FFFFFF"/>
                </a:solidFill>
                <a:latin typeface="Aptos"/>
                <a:ea typeface="Aptos"/>
                <a:cs typeface="Aptos"/>
              </a:defRPr>
            </a:lvl9pPr>
          </a:lstStyle>
          <a:p xmlns:a="http://schemas.openxmlformats.org/drawingml/2006/main">
            <a:pPr algn="l">
              <a:defRPr sz="1050" b="0" i="0">
                <a:solidFill>
                  <a:srgbClr val="FFFFFF"/>
                </a:solidFill>
                <a:latin typeface="Aptos"/>
                <a:ea typeface="Aptos"/>
                <a:cs typeface="Aptos"/>
              </a:defRPr>
            </a:pPr>
            <a:r>
              <a:rPr sz="1050" b="0" i="0">
                <a:solidFill>
                  <a:srgbClr val="FFFFFF"/>
                </a:solidFill>
                <a:latin typeface="Aptos"/>
                <a:ea typeface="Aptos"/>
                <a:cs typeface="Aptos"/>
              </a:rPr>
              <a:t>revenue &lt; 2 × budget</a:t>
            </a:r>
          </a:p>
        </p:txBody>
      </p:sp>
      <p:sp>
        <p:nvSpPr>
          <p:cNvPr id="17" name="">
            <a:extLst xmlns:a="http://schemas.openxmlformats.org/drawingml/2006/main">
              <a:ext uri="{FF2B5EF4-FFF2-40B4-BE49-F238E27FC236}">
                <a16:creationId xmlns:a16="http://schemas.microsoft.com/office/drawing/2014/main" id="{50EE20B1-4238-4D4A-A5E0-4E63B33E26F5}"/>
              </a:ext>
            </a:extLst>
          </p:cNvPr>
          <p:cNvSpPr>
            <a:spLocks xmlns:a="http://schemas.openxmlformats.org/drawingml/2006/main" noGrp="1"/>
          </p:cNvSpPr>
          <p:nvPr/>
        </p:nvSpPr>
        <p:spPr>
          <a:xfrm xmlns:a="http://schemas.openxmlformats.org/drawingml/2006/main">
            <a:off x="7962900" y="2076450"/>
            <a:ext cx="3276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725" b="1" i="0">
                <a:solidFill>
                  <a:srgbClr val="102B3F"/>
                </a:solidFill>
                <a:latin typeface="Aptos"/>
                <a:ea typeface="Aptos"/>
                <a:cs typeface="Aptos"/>
              </a:defRPr>
            </a:defPPr>
            <a:lvl1pPr algn="l">
              <a:defRPr sz="1725" b="1" i="0">
                <a:solidFill>
                  <a:srgbClr val="102B3F"/>
                </a:solidFill>
                <a:latin typeface="Aptos"/>
                <a:ea typeface="Aptos"/>
                <a:cs typeface="Aptos"/>
              </a:defRPr>
            </a:lvl1pPr>
            <a:lvl2pPr algn="l">
              <a:defRPr sz="1725" b="1" i="0">
                <a:solidFill>
                  <a:srgbClr val="102B3F"/>
                </a:solidFill>
                <a:latin typeface="Aptos"/>
                <a:ea typeface="Aptos"/>
                <a:cs typeface="Aptos"/>
              </a:defRPr>
            </a:lvl2pPr>
            <a:lvl3pPr algn="l">
              <a:defRPr sz="1725" b="1" i="0">
                <a:solidFill>
                  <a:srgbClr val="102B3F"/>
                </a:solidFill>
                <a:latin typeface="Aptos"/>
                <a:ea typeface="Aptos"/>
                <a:cs typeface="Aptos"/>
              </a:defRPr>
            </a:lvl3pPr>
            <a:lvl4pPr algn="l">
              <a:defRPr sz="1725" b="1" i="0">
                <a:solidFill>
                  <a:srgbClr val="102B3F"/>
                </a:solidFill>
                <a:latin typeface="Aptos"/>
                <a:ea typeface="Aptos"/>
                <a:cs typeface="Aptos"/>
              </a:defRPr>
            </a:lvl4pPr>
            <a:lvl5pPr algn="l">
              <a:defRPr sz="1725" b="1" i="0">
                <a:solidFill>
                  <a:srgbClr val="102B3F"/>
                </a:solidFill>
                <a:latin typeface="Aptos"/>
                <a:ea typeface="Aptos"/>
                <a:cs typeface="Aptos"/>
              </a:defRPr>
            </a:lvl5pPr>
            <a:lvl6pPr algn="l">
              <a:defRPr sz="1725" b="1" i="0">
                <a:solidFill>
                  <a:srgbClr val="102B3F"/>
                </a:solidFill>
                <a:latin typeface="Aptos"/>
                <a:ea typeface="Aptos"/>
                <a:cs typeface="Aptos"/>
              </a:defRPr>
            </a:lvl6pPr>
            <a:lvl7pPr algn="l">
              <a:defRPr sz="1725" b="1" i="0">
                <a:solidFill>
                  <a:srgbClr val="102B3F"/>
                </a:solidFill>
                <a:latin typeface="Aptos"/>
                <a:ea typeface="Aptos"/>
                <a:cs typeface="Aptos"/>
              </a:defRPr>
            </a:lvl7pPr>
            <a:lvl8pPr algn="l">
              <a:defRPr sz="1725" b="1" i="0">
                <a:solidFill>
                  <a:srgbClr val="102B3F"/>
                </a:solidFill>
                <a:latin typeface="Aptos"/>
                <a:ea typeface="Aptos"/>
                <a:cs typeface="Aptos"/>
              </a:defRPr>
            </a:lvl8pPr>
            <a:lvl9pPr algn="l">
              <a:defRPr sz="1725" b="1" i="0">
                <a:solidFill>
                  <a:srgbClr val="102B3F"/>
                </a:solidFill>
                <a:latin typeface="Aptos"/>
                <a:ea typeface="Aptos"/>
                <a:cs typeface="Aptos"/>
              </a:defRPr>
            </a:lvl9pPr>
          </a:lstStyle>
          <a:p xmlns:a="http://schemas.openxmlformats.org/drawingml/2006/main">
            <a:pPr algn="l">
              <a:defRPr sz="1725" b="1" i="0">
                <a:solidFill>
                  <a:srgbClr val="102B3F"/>
                </a:solidFill>
                <a:latin typeface="Aptos"/>
                <a:ea typeface="Aptos"/>
                <a:cs typeface="Aptos"/>
              </a:defRPr>
            </a:pPr>
            <a:r>
              <a:rPr sz="1725" b="1" i="0">
                <a:solidFill>
                  <a:srgbClr val="102B3F"/>
                </a:solidFill>
                <a:latin typeface="Aptos"/>
                <a:ea typeface="Aptos"/>
                <a:cs typeface="Aptos"/>
              </a:rPr>
              <a:t>¿Por qué usar un umbral?</a:t>
            </a:r>
          </a:p>
        </p:txBody>
      </p:sp>
      <p:sp>
        <p:nvSpPr>
          <p:cNvPr id="18" name="">
            <a:extLst xmlns:a="http://schemas.openxmlformats.org/drawingml/2006/main">
              <a:ext uri="{FF2B5EF4-FFF2-40B4-BE49-F238E27FC236}">
                <a16:creationId xmlns:a16="http://schemas.microsoft.com/office/drawing/2014/main" id="{3B5BC16E-11FD-4A5D-B8D7-5801B55BE353}"/>
              </a:ext>
            </a:extLst>
          </p:cNvPr>
          <p:cNvSpPr>
            <a:spLocks xmlns:a="http://schemas.openxmlformats.org/drawingml/2006/main" noGrp="1"/>
          </p:cNvSpPr>
          <p:nvPr/>
        </p:nvSpPr>
        <p:spPr>
          <a:xfrm xmlns:a="http://schemas.openxmlformats.org/drawingml/2006/main">
            <a:off x="7962900" y="2590800"/>
            <a:ext cx="3238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425" b="0" i="0">
                <a:solidFill>
                  <a:srgbClr val="183042"/>
                </a:solidFill>
                <a:latin typeface="Aptos"/>
                <a:ea typeface="Aptos"/>
                <a:cs typeface="Aptos"/>
              </a:defRPr>
            </a:defPPr>
            <a:lvl1pPr algn="l">
              <a:defRPr sz="1425" b="0" i="0">
                <a:solidFill>
                  <a:srgbClr val="183042"/>
                </a:solidFill>
                <a:latin typeface="Aptos"/>
                <a:ea typeface="Aptos"/>
                <a:cs typeface="Aptos"/>
              </a:defRPr>
            </a:lvl1pPr>
            <a:lvl2pPr algn="l">
              <a:defRPr sz="1425" b="0" i="0">
                <a:solidFill>
                  <a:srgbClr val="183042"/>
                </a:solidFill>
                <a:latin typeface="Aptos"/>
                <a:ea typeface="Aptos"/>
                <a:cs typeface="Aptos"/>
              </a:defRPr>
            </a:lvl2pPr>
            <a:lvl3pPr algn="l">
              <a:defRPr sz="1425" b="0" i="0">
                <a:solidFill>
                  <a:srgbClr val="183042"/>
                </a:solidFill>
                <a:latin typeface="Aptos"/>
                <a:ea typeface="Aptos"/>
                <a:cs typeface="Aptos"/>
              </a:defRPr>
            </a:lvl3pPr>
            <a:lvl4pPr algn="l">
              <a:defRPr sz="1425" b="0" i="0">
                <a:solidFill>
                  <a:srgbClr val="183042"/>
                </a:solidFill>
                <a:latin typeface="Aptos"/>
                <a:ea typeface="Aptos"/>
                <a:cs typeface="Aptos"/>
              </a:defRPr>
            </a:lvl4pPr>
            <a:lvl5pPr algn="l">
              <a:defRPr sz="1425" b="0" i="0">
                <a:solidFill>
                  <a:srgbClr val="183042"/>
                </a:solidFill>
                <a:latin typeface="Aptos"/>
                <a:ea typeface="Aptos"/>
                <a:cs typeface="Aptos"/>
              </a:defRPr>
            </a:lvl5pPr>
            <a:lvl6pPr algn="l">
              <a:defRPr sz="1425" b="0" i="0">
                <a:solidFill>
                  <a:srgbClr val="183042"/>
                </a:solidFill>
                <a:latin typeface="Aptos"/>
                <a:ea typeface="Aptos"/>
                <a:cs typeface="Aptos"/>
              </a:defRPr>
            </a:lvl6pPr>
            <a:lvl7pPr algn="l">
              <a:defRPr sz="1425" b="0" i="0">
                <a:solidFill>
                  <a:srgbClr val="183042"/>
                </a:solidFill>
                <a:latin typeface="Aptos"/>
                <a:ea typeface="Aptos"/>
                <a:cs typeface="Aptos"/>
              </a:defRPr>
            </a:lvl7pPr>
            <a:lvl8pPr algn="l">
              <a:defRPr sz="1425" b="0" i="0">
                <a:solidFill>
                  <a:srgbClr val="183042"/>
                </a:solidFill>
                <a:latin typeface="Aptos"/>
                <a:ea typeface="Aptos"/>
                <a:cs typeface="Aptos"/>
              </a:defRPr>
            </a:lvl8pPr>
            <a:lvl9pPr algn="l">
              <a:defRPr sz="1425" b="0" i="0">
                <a:solidFill>
                  <a:srgbClr val="183042"/>
                </a:solidFill>
                <a:latin typeface="Aptos"/>
                <a:ea typeface="Aptos"/>
                <a:cs typeface="Aptos"/>
              </a:defRPr>
            </a:lvl9pPr>
          </a:lstStyle>
          <a:p xmlns:a="http://schemas.openxmlformats.org/drawingml/2006/main">
            <a:pPr algn="l">
              <a:defRPr sz="1425" b="0" i="0">
                <a:solidFill>
                  <a:srgbClr val="183042"/>
                </a:solidFill>
                <a:latin typeface="Aptos"/>
                <a:ea typeface="Aptos"/>
                <a:cs typeface="Aptos"/>
              </a:defRPr>
            </a:pPr>
            <a:r>
              <a:rPr sz="1425" b="0" i="0">
                <a:solidFill>
                  <a:srgbClr val="183042"/>
                </a:solidFill>
                <a:latin typeface="Aptos"/>
                <a:ea typeface="Aptos"/>
                <a:cs typeface="Aptos"/>
              </a:rPr>
              <a:t>Permite comparar dos clases con una regla clara y reproducible.</a:t>
            </a:r>
          </a:p>
        </p:txBody>
      </p:sp>
      <p:sp>
        <p:nvSpPr>
          <p:cNvPr id="19" name="">
            <a:extLst xmlns:a="http://schemas.openxmlformats.org/drawingml/2006/main">
              <a:ext uri="{FF2B5EF4-FFF2-40B4-BE49-F238E27FC236}">
                <a16:creationId xmlns:a16="http://schemas.microsoft.com/office/drawing/2014/main" id="{37ED7B6B-64E9-4217-9012-4D32E812557E}"/>
              </a:ext>
            </a:extLst>
          </p:cNvPr>
          <p:cNvSpPr>
            <a:spLocks xmlns:a="http://schemas.openxmlformats.org/drawingml/2006/main" noGrp="1"/>
          </p:cNvSpPr>
          <p:nvPr/>
        </p:nvSpPr>
        <p:spPr>
          <a:xfrm xmlns:a="http://schemas.openxmlformats.org/drawingml/2006/main">
            <a:off x="7962900" y="3590925"/>
            <a:ext cx="3257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350" b="0" i="0">
                <a:solidFill>
                  <a:srgbClr val="5D7180"/>
                </a:solidFill>
                <a:latin typeface="Aptos"/>
                <a:ea typeface="Aptos"/>
                <a:cs typeface="Aptos"/>
              </a:defRPr>
            </a:defPPr>
            <a:lvl1pPr algn="l">
              <a:defRPr sz="1350" b="0" i="0">
                <a:solidFill>
                  <a:srgbClr val="5D7180"/>
                </a:solidFill>
                <a:latin typeface="Aptos"/>
                <a:ea typeface="Aptos"/>
                <a:cs typeface="Aptos"/>
              </a:defRPr>
            </a:lvl1pPr>
            <a:lvl2pPr algn="l">
              <a:defRPr sz="1350" b="0" i="0">
                <a:solidFill>
                  <a:srgbClr val="5D7180"/>
                </a:solidFill>
                <a:latin typeface="Aptos"/>
                <a:ea typeface="Aptos"/>
                <a:cs typeface="Aptos"/>
              </a:defRPr>
            </a:lvl2pPr>
            <a:lvl3pPr algn="l">
              <a:defRPr sz="1350" b="0" i="0">
                <a:solidFill>
                  <a:srgbClr val="5D7180"/>
                </a:solidFill>
                <a:latin typeface="Aptos"/>
                <a:ea typeface="Aptos"/>
                <a:cs typeface="Aptos"/>
              </a:defRPr>
            </a:lvl3pPr>
            <a:lvl4pPr algn="l">
              <a:defRPr sz="1350" b="0" i="0">
                <a:solidFill>
                  <a:srgbClr val="5D7180"/>
                </a:solidFill>
                <a:latin typeface="Aptos"/>
                <a:ea typeface="Aptos"/>
                <a:cs typeface="Aptos"/>
              </a:defRPr>
            </a:lvl4pPr>
            <a:lvl5pPr algn="l">
              <a:defRPr sz="1350" b="0" i="0">
                <a:solidFill>
                  <a:srgbClr val="5D7180"/>
                </a:solidFill>
                <a:latin typeface="Aptos"/>
                <a:ea typeface="Aptos"/>
                <a:cs typeface="Aptos"/>
              </a:defRPr>
            </a:lvl5pPr>
            <a:lvl6pPr algn="l">
              <a:defRPr sz="1350" b="0" i="0">
                <a:solidFill>
                  <a:srgbClr val="5D7180"/>
                </a:solidFill>
                <a:latin typeface="Aptos"/>
                <a:ea typeface="Aptos"/>
                <a:cs typeface="Aptos"/>
              </a:defRPr>
            </a:lvl6pPr>
            <a:lvl7pPr algn="l">
              <a:defRPr sz="1350" b="0" i="0">
                <a:solidFill>
                  <a:srgbClr val="5D7180"/>
                </a:solidFill>
                <a:latin typeface="Aptos"/>
                <a:ea typeface="Aptos"/>
                <a:cs typeface="Aptos"/>
              </a:defRPr>
            </a:lvl7pPr>
            <a:lvl8pPr algn="l">
              <a:defRPr sz="1350" b="0" i="0">
                <a:solidFill>
                  <a:srgbClr val="5D7180"/>
                </a:solidFill>
                <a:latin typeface="Aptos"/>
                <a:ea typeface="Aptos"/>
                <a:cs typeface="Aptos"/>
              </a:defRPr>
            </a:lvl8pPr>
            <a:lvl9pPr algn="l">
              <a:defRPr sz="1350" b="0" i="0">
                <a:solidFill>
                  <a:srgbClr val="5D7180"/>
                </a:solidFill>
                <a:latin typeface="Aptos"/>
                <a:ea typeface="Aptos"/>
                <a:cs typeface="Aptos"/>
              </a:defRPr>
            </a:lvl9pPr>
          </a:lstStyle>
          <a:p xmlns:a="http://schemas.openxmlformats.org/drawingml/2006/main">
            <a:pPr algn="l">
              <a:defRPr sz="1350" b="0" i="0">
                <a:solidFill>
                  <a:srgbClr val="5D7180"/>
                </a:solidFill>
                <a:latin typeface="Aptos"/>
                <a:ea typeface="Aptos"/>
                <a:cs typeface="Aptos"/>
              </a:defRPr>
            </a:pPr>
            <a:r>
              <a:rPr sz="1350" b="0" i="0">
                <a:solidFill>
                  <a:srgbClr val="5D7180"/>
                </a:solidFill>
                <a:latin typeface="Aptos"/>
                <a:ea typeface="Aptos"/>
                <a:cs typeface="Aptos"/>
              </a:rPr>
              <a:t>Límite: la taquilla no equivale a la ganancia del estudio. Faltan marketing, distribución y reparto de ingresos.</a:t>
            </a:r>
          </a:p>
        </p:txBody>
      </p:sp>
      <p:sp>
        <p:nvSpPr>
          <p:cNvPr id="20" name="">
            <a:extLst xmlns:a="http://schemas.openxmlformats.org/drawingml/2006/main">
              <a:ext uri="{FF2B5EF4-FFF2-40B4-BE49-F238E27FC236}">
                <a16:creationId xmlns:a16="http://schemas.microsoft.com/office/drawing/2014/main" id="{458B4E4E-9605-4C99-AD05-95A27AE4A6C9}"/>
              </a:ext>
            </a:extLst>
          </p:cNvPr>
          <p:cNvSpPr>
            <a:spLocks xmlns:a="http://schemas.openxmlformats.org/drawingml/2006/main" noGrp="1"/>
          </p:cNvSpPr>
          <p:nvPr/>
        </p:nvSpPr>
        <p:spPr>
          <a:xfrm xmlns:a="http://schemas.openxmlformats.org/drawingml/2006/main">
            <a:off x="514350" y="64198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900" b="1" i="0">
                <a:solidFill>
                  <a:srgbClr val="5D7180"/>
                </a:solidFill>
                <a:latin typeface="Aptos"/>
                <a:ea typeface="Aptos"/>
                <a:cs typeface="Aptos"/>
              </a:defRPr>
            </a:defPPr>
            <a:lvl1pPr algn="l">
              <a:defRPr sz="900" b="1" i="0">
                <a:solidFill>
                  <a:srgbClr val="5D7180"/>
                </a:solidFill>
                <a:latin typeface="Aptos"/>
                <a:ea typeface="Aptos"/>
                <a:cs typeface="Aptos"/>
              </a:defRPr>
            </a:lvl1pPr>
            <a:lvl2pPr algn="l">
              <a:defRPr sz="900" b="1" i="0">
                <a:solidFill>
                  <a:srgbClr val="5D7180"/>
                </a:solidFill>
                <a:latin typeface="Aptos"/>
                <a:ea typeface="Aptos"/>
                <a:cs typeface="Aptos"/>
              </a:defRPr>
            </a:lvl2pPr>
            <a:lvl3pPr algn="l">
              <a:defRPr sz="900" b="1" i="0">
                <a:solidFill>
                  <a:srgbClr val="5D7180"/>
                </a:solidFill>
                <a:latin typeface="Aptos"/>
                <a:ea typeface="Aptos"/>
                <a:cs typeface="Aptos"/>
              </a:defRPr>
            </a:lvl3pPr>
            <a:lvl4pPr algn="l">
              <a:defRPr sz="900" b="1" i="0">
                <a:solidFill>
                  <a:srgbClr val="5D7180"/>
                </a:solidFill>
                <a:latin typeface="Aptos"/>
                <a:ea typeface="Aptos"/>
                <a:cs typeface="Aptos"/>
              </a:defRPr>
            </a:lvl4pPr>
            <a:lvl5pPr algn="l">
              <a:defRPr sz="900" b="1" i="0">
                <a:solidFill>
                  <a:srgbClr val="5D7180"/>
                </a:solidFill>
                <a:latin typeface="Aptos"/>
                <a:ea typeface="Aptos"/>
                <a:cs typeface="Aptos"/>
              </a:defRPr>
            </a:lvl5pPr>
            <a:lvl6pPr algn="l">
              <a:defRPr sz="900" b="1" i="0">
                <a:solidFill>
                  <a:srgbClr val="5D7180"/>
                </a:solidFill>
                <a:latin typeface="Aptos"/>
                <a:ea typeface="Aptos"/>
                <a:cs typeface="Aptos"/>
              </a:defRPr>
            </a:lvl6pPr>
            <a:lvl7pPr algn="l">
              <a:defRPr sz="900" b="1" i="0">
                <a:solidFill>
                  <a:srgbClr val="5D7180"/>
                </a:solidFill>
                <a:latin typeface="Aptos"/>
                <a:ea typeface="Aptos"/>
                <a:cs typeface="Aptos"/>
              </a:defRPr>
            </a:lvl7pPr>
            <a:lvl8pPr algn="l">
              <a:defRPr sz="900" b="1" i="0">
                <a:solidFill>
                  <a:srgbClr val="5D7180"/>
                </a:solidFill>
                <a:latin typeface="Aptos"/>
                <a:ea typeface="Aptos"/>
                <a:cs typeface="Aptos"/>
              </a:defRPr>
            </a:lvl8pPr>
            <a:lvl9pPr algn="l">
              <a:defRPr sz="900" b="1" i="0">
                <a:solidFill>
                  <a:srgbClr val="5D7180"/>
                </a:solidFill>
                <a:latin typeface="Aptos"/>
                <a:ea typeface="Aptos"/>
                <a:cs typeface="Aptos"/>
              </a:defRPr>
            </a:lvl9pPr>
          </a:lstStyle>
          <a:p xmlns:a="http://schemas.openxmlformats.org/drawingml/2006/main">
            <a:pPr algn="l">
              <a:defRPr sz="900" b="1" i="0">
                <a:solidFill>
                  <a:srgbClr val="5D7180"/>
                </a:solidFill>
                <a:latin typeface="Aptos"/>
                <a:ea typeface="Aptos"/>
                <a:cs typeface="Aptos"/>
              </a:defRPr>
            </a:pPr>
            <a:r>
              <a:rPr sz="900" b="1" i="0">
                <a:solidFill>
                  <a:srgbClr val="5D7180"/>
                </a:solidFill>
                <a:latin typeface="Aptos"/>
                <a:ea typeface="Aptos"/>
                <a:cs typeface="Aptos"/>
              </a:rPr>
              <a:t>PROYECTO INTEGRADOR · MACHINE LEARNING</a:t>
            </a:r>
          </a:p>
        </p:txBody>
      </p:sp>
      <p:sp>
        <p:nvSpPr>
          <p:cNvPr id="21" name="">
            <a:extLst xmlns:a="http://schemas.openxmlformats.org/drawingml/2006/main">
              <a:ext uri="{FF2B5EF4-FFF2-40B4-BE49-F238E27FC236}">
                <a16:creationId xmlns:a16="http://schemas.microsoft.com/office/drawing/2014/main" id="{32611CDC-20F1-44D7-A61D-371F5506584E}"/>
              </a:ext>
            </a:extLst>
          </p:cNvPr>
          <p:cNvSpPr>
            <a:spLocks xmlns:a="http://schemas.openxmlformats.org/drawingml/2006/main" noGrp="1"/>
          </p:cNvSpPr>
          <p:nvPr/>
        </p:nvSpPr>
        <p:spPr>
          <a:xfrm xmlns:a="http://schemas.openxmlformats.org/drawingml/2006/main">
            <a:off x="11163300" y="64198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r">
              <a:defRPr sz="900" b="1" i="0">
                <a:solidFill>
                  <a:srgbClr val="5D7180"/>
                </a:solidFill>
                <a:latin typeface="Aptos"/>
                <a:ea typeface="Aptos"/>
                <a:cs typeface="Aptos"/>
              </a:defRPr>
            </a:defPPr>
            <a:lvl1pPr algn="r">
              <a:defRPr sz="900" b="1" i="0">
                <a:solidFill>
                  <a:srgbClr val="5D7180"/>
                </a:solidFill>
                <a:latin typeface="Aptos"/>
                <a:ea typeface="Aptos"/>
                <a:cs typeface="Aptos"/>
              </a:defRPr>
            </a:lvl1pPr>
            <a:lvl2pPr algn="r">
              <a:defRPr sz="900" b="1" i="0">
                <a:solidFill>
                  <a:srgbClr val="5D7180"/>
                </a:solidFill>
                <a:latin typeface="Aptos"/>
                <a:ea typeface="Aptos"/>
                <a:cs typeface="Aptos"/>
              </a:defRPr>
            </a:lvl2pPr>
            <a:lvl3pPr algn="r">
              <a:defRPr sz="900" b="1" i="0">
                <a:solidFill>
                  <a:srgbClr val="5D7180"/>
                </a:solidFill>
                <a:latin typeface="Aptos"/>
                <a:ea typeface="Aptos"/>
                <a:cs typeface="Aptos"/>
              </a:defRPr>
            </a:lvl3pPr>
            <a:lvl4pPr algn="r">
              <a:defRPr sz="900" b="1" i="0">
                <a:solidFill>
                  <a:srgbClr val="5D7180"/>
                </a:solidFill>
                <a:latin typeface="Aptos"/>
                <a:ea typeface="Aptos"/>
                <a:cs typeface="Aptos"/>
              </a:defRPr>
            </a:lvl4pPr>
            <a:lvl5pPr algn="r">
              <a:defRPr sz="900" b="1" i="0">
                <a:solidFill>
                  <a:srgbClr val="5D7180"/>
                </a:solidFill>
                <a:latin typeface="Aptos"/>
                <a:ea typeface="Aptos"/>
                <a:cs typeface="Aptos"/>
              </a:defRPr>
            </a:lvl5pPr>
            <a:lvl6pPr algn="r">
              <a:defRPr sz="900" b="1" i="0">
                <a:solidFill>
                  <a:srgbClr val="5D7180"/>
                </a:solidFill>
                <a:latin typeface="Aptos"/>
                <a:ea typeface="Aptos"/>
                <a:cs typeface="Aptos"/>
              </a:defRPr>
            </a:lvl6pPr>
            <a:lvl7pPr algn="r">
              <a:defRPr sz="900" b="1" i="0">
                <a:solidFill>
                  <a:srgbClr val="5D7180"/>
                </a:solidFill>
                <a:latin typeface="Aptos"/>
                <a:ea typeface="Aptos"/>
                <a:cs typeface="Aptos"/>
              </a:defRPr>
            </a:lvl7pPr>
            <a:lvl8pPr algn="r">
              <a:defRPr sz="900" b="1" i="0">
                <a:solidFill>
                  <a:srgbClr val="5D7180"/>
                </a:solidFill>
                <a:latin typeface="Aptos"/>
                <a:ea typeface="Aptos"/>
                <a:cs typeface="Aptos"/>
              </a:defRPr>
            </a:lvl8pPr>
            <a:lvl9pPr algn="r">
              <a:defRPr sz="900" b="1" i="0">
                <a:solidFill>
                  <a:srgbClr val="5D7180"/>
                </a:solidFill>
                <a:latin typeface="Aptos"/>
                <a:ea typeface="Aptos"/>
                <a:cs typeface="Aptos"/>
              </a:defRPr>
            </a:lvl9pPr>
          </a:lstStyle>
          <a:p xmlns:a="http://schemas.openxmlformats.org/drawingml/2006/main">
            <a:pPr algn="r">
              <a:defRPr sz="900" b="1" i="0">
                <a:solidFill>
                  <a:srgbClr val="5D7180"/>
                </a:solidFill>
                <a:latin typeface="Aptos"/>
                <a:ea typeface="Aptos"/>
                <a:cs typeface="Aptos"/>
              </a:defRPr>
            </a:pPr>
            <a:r>
              <a:rPr sz="900" b="1" i="0">
                <a:solidFill>
                  <a:srgbClr val="5D7180"/>
                </a:solidFill>
                <a:latin typeface="Aptos"/>
                <a:ea typeface="Aptos"/>
                <a:cs typeface="Aptos"/>
              </a:rPr>
              <a:t>02</a:t>
            </a:r>
          </a:p>
        </p:txBody>
      </p:sp>
    </p:spTree>
    <p:extLst>
      <p:ext uri="{BB962C8B-B14F-4D97-AF65-F5344CB8AC3E}">
        <p14:creationId xmlns:p14="http://schemas.microsoft.com/office/powerpoint/2010/main" val="71537219"/>
      </p:ext>
    </p:extLst>
  </p:cSld>
</p:sld>
</file>

<file path=ppt/slides/slide3.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2253AE10-F54D-4EAC-B6F7-D6F1F1E2BD39}"/>
              </a:ext>
            </a:extLst>
          </p:cNvPr>
          <p:cNvSpPr>
            <a:spLocks xmlns:a="http://schemas.openxmlformats.org/drawingml/2006/main" noGrp="1"/>
          </p:cNvSpPr>
          <p:nvPr/>
        </p:nvSpPr>
        <p:spPr>
          <a:xfrm xmlns:a="http://schemas.openxmlformats.org/drawingml/2006/main">
            <a:off x="5143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975" b="1" i="0">
                <a:solidFill>
                  <a:srgbClr val="00A6A6"/>
                </a:solidFill>
                <a:latin typeface="Aptos"/>
                <a:ea typeface="Aptos"/>
                <a:cs typeface="Aptos"/>
              </a:defRPr>
            </a:defPPr>
            <a:lvl1pPr algn="l">
              <a:defRPr sz="975" b="1" i="0">
                <a:solidFill>
                  <a:srgbClr val="00A6A6"/>
                </a:solidFill>
                <a:latin typeface="Aptos"/>
                <a:ea typeface="Aptos"/>
                <a:cs typeface="Aptos"/>
              </a:defRPr>
            </a:lvl1pPr>
            <a:lvl2pPr algn="l">
              <a:defRPr sz="975" b="1" i="0">
                <a:solidFill>
                  <a:srgbClr val="00A6A6"/>
                </a:solidFill>
                <a:latin typeface="Aptos"/>
                <a:ea typeface="Aptos"/>
                <a:cs typeface="Aptos"/>
              </a:defRPr>
            </a:lvl2pPr>
            <a:lvl3pPr algn="l">
              <a:defRPr sz="975" b="1" i="0">
                <a:solidFill>
                  <a:srgbClr val="00A6A6"/>
                </a:solidFill>
                <a:latin typeface="Aptos"/>
                <a:ea typeface="Aptos"/>
                <a:cs typeface="Aptos"/>
              </a:defRPr>
            </a:lvl3pPr>
            <a:lvl4pPr algn="l">
              <a:defRPr sz="975" b="1" i="0">
                <a:solidFill>
                  <a:srgbClr val="00A6A6"/>
                </a:solidFill>
                <a:latin typeface="Aptos"/>
                <a:ea typeface="Aptos"/>
                <a:cs typeface="Aptos"/>
              </a:defRPr>
            </a:lvl4pPr>
            <a:lvl5pPr algn="l">
              <a:defRPr sz="975" b="1" i="0">
                <a:solidFill>
                  <a:srgbClr val="00A6A6"/>
                </a:solidFill>
                <a:latin typeface="Aptos"/>
                <a:ea typeface="Aptos"/>
                <a:cs typeface="Aptos"/>
              </a:defRPr>
            </a:lvl5pPr>
            <a:lvl6pPr algn="l">
              <a:defRPr sz="975" b="1" i="0">
                <a:solidFill>
                  <a:srgbClr val="00A6A6"/>
                </a:solidFill>
                <a:latin typeface="Aptos"/>
                <a:ea typeface="Aptos"/>
                <a:cs typeface="Aptos"/>
              </a:defRPr>
            </a:lvl6pPr>
            <a:lvl7pPr algn="l">
              <a:defRPr sz="975" b="1" i="0">
                <a:solidFill>
                  <a:srgbClr val="00A6A6"/>
                </a:solidFill>
                <a:latin typeface="Aptos"/>
                <a:ea typeface="Aptos"/>
                <a:cs typeface="Aptos"/>
              </a:defRPr>
            </a:lvl7pPr>
            <a:lvl8pPr algn="l">
              <a:defRPr sz="975" b="1" i="0">
                <a:solidFill>
                  <a:srgbClr val="00A6A6"/>
                </a:solidFill>
                <a:latin typeface="Aptos"/>
                <a:ea typeface="Aptos"/>
                <a:cs typeface="Aptos"/>
              </a:defRPr>
            </a:lvl8pPr>
            <a:lvl9pPr algn="l">
              <a:defRPr sz="975" b="1" i="0">
                <a:solidFill>
                  <a:srgbClr val="00A6A6"/>
                </a:solidFill>
                <a:latin typeface="Aptos"/>
                <a:ea typeface="Aptos"/>
                <a:cs typeface="Aptos"/>
              </a:defRPr>
            </a:lvl9pPr>
          </a:lstStyle>
          <a:p xmlns:a="http://schemas.openxmlformats.org/drawingml/2006/main">
            <a:pPr algn="l">
              <a:defRPr sz="975" b="1" i="0">
                <a:solidFill>
                  <a:srgbClr val="00A6A6"/>
                </a:solidFill>
                <a:latin typeface="Aptos"/>
                <a:ea typeface="Aptos"/>
                <a:cs typeface="Aptos"/>
              </a:defRPr>
            </a:pPr>
            <a:r>
              <a:rPr sz="975" b="1" i="0">
                <a:solidFill>
                  <a:srgbClr val="00A6A6"/>
                </a:solidFill>
                <a:latin typeface="Aptos"/>
                <a:ea typeface="Aptos"/>
                <a:cs typeface="Aptos"/>
              </a:rPr>
              <a:t>PELÍCULAS · CLASIFICACIÓN</a:t>
            </a:r>
          </a:p>
        </p:txBody>
      </p:sp>
      <p:sp>
        <p:nvSpPr>
          <p:cNvPr id="2" name="">
            <a:extLst xmlns:a="http://schemas.openxmlformats.org/drawingml/2006/main">
              <a:ext uri="{FF2B5EF4-FFF2-40B4-BE49-F238E27FC236}">
                <a16:creationId xmlns:a16="http://schemas.microsoft.com/office/drawing/2014/main" id="{169A469C-6C1D-42D3-A309-BE9B4D6955F5}"/>
              </a:ext>
            </a:extLst>
          </p:cNvPr>
          <p:cNvSpPr>
            <a:spLocks xmlns:a="http://schemas.openxmlformats.org/drawingml/2006/main" noGrp="1"/>
          </p:cNvSpPr>
          <p:nvPr/>
        </p:nvSpPr>
        <p:spPr>
          <a:xfrm xmlns:a="http://schemas.openxmlformats.org/drawingml/2006/main">
            <a:off x="514350" y="590550"/>
            <a:ext cx="11125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550" b="1" i="0">
                <a:solidFill>
                  <a:srgbClr val="102B3F"/>
                </a:solidFill>
                <a:latin typeface="Aptos"/>
                <a:ea typeface="Aptos"/>
                <a:cs typeface="Aptos"/>
              </a:defRPr>
            </a:defPPr>
            <a:lvl1pPr algn="l">
              <a:defRPr sz="2550" b="1" i="0">
                <a:solidFill>
                  <a:srgbClr val="102B3F"/>
                </a:solidFill>
                <a:latin typeface="Aptos"/>
                <a:ea typeface="Aptos"/>
                <a:cs typeface="Aptos"/>
              </a:defRPr>
            </a:lvl1pPr>
            <a:lvl2pPr algn="l">
              <a:defRPr sz="2550" b="1" i="0">
                <a:solidFill>
                  <a:srgbClr val="102B3F"/>
                </a:solidFill>
                <a:latin typeface="Aptos"/>
                <a:ea typeface="Aptos"/>
                <a:cs typeface="Aptos"/>
              </a:defRPr>
            </a:lvl2pPr>
            <a:lvl3pPr algn="l">
              <a:defRPr sz="2550" b="1" i="0">
                <a:solidFill>
                  <a:srgbClr val="102B3F"/>
                </a:solidFill>
                <a:latin typeface="Aptos"/>
                <a:ea typeface="Aptos"/>
                <a:cs typeface="Aptos"/>
              </a:defRPr>
            </a:lvl3pPr>
            <a:lvl4pPr algn="l">
              <a:defRPr sz="2550" b="1" i="0">
                <a:solidFill>
                  <a:srgbClr val="102B3F"/>
                </a:solidFill>
                <a:latin typeface="Aptos"/>
                <a:ea typeface="Aptos"/>
                <a:cs typeface="Aptos"/>
              </a:defRPr>
            </a:lvl4pPr>
            <a:lvl5pPr algn="l">
              <a:defRPr sz="2550" b="1" i="0">
                <a:solidFill>
                  <a:srgbClr val="102B3F"/>
                </a:solidFill>
                <a:latin typeface="Aptos"/>
                <a:ea typeface="Aptos"/>
                <a:cs typeface="Aptos"/>
              </a:defRPr>
            </a:lvl5pPr>
            <a:lvl6pPr algn="l">
              <a:defRPr sz="2550" b="1" i="0">
                <a:solidFill>
                  <a:srgbClr val="102B3F"/>
                </a:solidFill>
                <a:latin typeface="Aptos"/>
                <a:ea typeface="Aptos"/>
                <a:cs typeface="Aptos"/>
              </a:defRPr>
            </a:lvl6pPr>
            <a:lvl7pPr algn="l">
              <a:defRPr sz="2550" b="1" i="0">
                <a:solidFill>
                  <a:srgbClr val="102B3F"/>
                </a:solidFill>
                <a:latin typeface="Aptos"/>
                <a:ea typeface="Aptos"/>
                <a:cs typeface="Aptos"/>
              </a:defRPr>
            </a:lvl7pPr>
            <a:lvl8pPr algn="l">
              <a:defRPr sz="2550" b="1" i="0">
                <a:solidFill>
                  <a:srgbClr val="102B3F"/>
                </a:solidFill>
                <a:latin typeface="Aptos"/>
                <a:ea typeface="Aptos"/>
                <a:cs typeface="Aptos"/>
              </a:defRPr>
            </a:lvl8pPr>
            <a:lvl9pPr algn="l">
              <a:defRPr sz="2550" b="1" i="0">
                <a:solidFill>
                  <a:srgbClr val="102B3F"/>
                </a:solidFill>
                <a:latin typeface="Aptos"/>
                <a:ea typeface="Aptos"/>
                <a:cs typeface="Aptos"/>
              </a:defRPr>
            </a:lvl9pPr>
          </a:lstStyle>
          <a:p xmlns:a="http://schemas.openxmlformats.org/drawingml/2006/main">
            <a:pPr algn="l">
              <a:defRPr sz="2550" b="1" i="0">
                <a:solidFill>
                  <a:srgbClr val="102B3F"/>
                </a:solidFill>
                <a:latin typeface="Aptos"/>
                <a:ea typeface="Aptos"/>
                <a:cs typeface="Aptos"/>
              </a:defRPr>
            </a:pPr>
            <a:r>
              <a:rPr sz="2550" b="1" i="0">
                <a:solidFill>
                  <a:srgbClr val="102B3F"/>
                </a:solidFill>
                <a:latin typeface="Aptos"/>
                <a:ea typeface="Aptos"/>
                <a:cs typeface="Aptos"/>
              </a:rPr>
              <a:t>De 4.803 registros, 3.229 tienen etiqueta usable</a:t>
            </a:r>
          </a:p>
        </p:txBody>
      </p:sp>
      <p:sp>
        <p:nvSpPr>
          <p:cNvPr id="3" name="">
            <a:extLst xmlns:a="http://schemas.openxmlformats.org/drawingml/2006/main">
              <a:ext uri="{FF2B5EF4-FFF2-40B4-BE49-F238E27FC236}">
                <a16:creationId xmlns:a16="http://schemas.microsoft.com/office/drawing/2014/main" id="{F0D8D4F1-9CB9-498C-A1F8-BEED027EBD49}"/>
              </a:ext>
            </a:extLst>
          </p:cNvPr>
          <p:cNvSpPr>
            <a:spLocks xmlns:a="http://schemas.openxmlformats.org/drawingml/2006/main" noGrp="1"/>
          </p:cNvSpPr>
          <p:nvPr/>
        </p:nvSpPr>
        <p:spPr>
          <a:xfrm xmlns:a="http://schemas.openxmlformats.org/drawingml/2006/main">
            <a:off x="514350" y="1133475"/>
            <a:ext cx="11125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75" b="0" i="0">
                <a:solidFill>
                  <a:srgbClr val="5D7180"/>
                </a:solidFill>
                <a:latin typeface="Aptos"/>
                <a:ea typeface="Aptos"/>
                <a:cs typeface="Aptos"/>
              </a:defRPr>
            </a:defPPr>
            <a:lvl1pPr algn="l">
              <a:defRPr sz="1275" b="0" i="0">
                <a:solidFill>
                  <a:srgbClr val="5D7180"/>
                </a:solidFill>
                <a:latin typeface="Aptos"/>
                <a:ea typeface="Aptos"/>
                <a:cs typeface="Aptos"/>
              </a:defRPr>
            </a:lvl1pPr>
            <a:lvl2pPr algn="l">
              <a:defRPr sz="1275" b="0" i="0">
                <a:solidFill>
                  <a:srgbClr val="5D7180"/>
                </a:solidFill>
                <a:latin typeface="Aptos"/>
                <a:ea typeface="Aptos"/>
                <a:cs typeface="Aptos"/>
              </a:defRPr>
            </a:lvl2pPr>
            <a:lvl3pPr algn="l">
              <a:defRPr sz="1275" b="0" i="0">
                <a:solidFill>
                  <a:srgbClr val="5D7180"/>
                </a:solidFill>
                <a:latin typeface="Aptos"/>
                <a:ea typeface="Aptos"/>
                <a:cs typeface="Aptos"/>
              </a:defRPr>
            </a:lvl3pPr>
            <a:lvl4pPr algn="l">
              <a:defRPr sz="1275" b="0" i="0">
                <a:solidFill>
                  <a:srgbClr val="5D7180"/>
                </a:solidFill>
                <a:latin typeface="Aptos"/>
                <a:ea typeface="Aptos"/>
                <a:cs typeface="Aptos"/>
              </a:defRPr>
            </a:lvl4pPr>
            <a:lvl5pPr algn="l">
              <a:defRPr sz="1275" b="0" i="0">
                <a:solidFill>
                  <a:srgbClr val="5D7180"/>
                </a:solidFill>
                <a:latin typeface="Aptos"/>
                <a:ea typeface="Aptos"/>
                <a:cs typeface="Aptos"/>
              </a:defRPr>
            </a:lvl5pPr>
            <a:lvl6pPr algn="l">
              <a:defRPr sz="1275" b="0" i="0">
                <a:solidFill>
                  <a:srgbClr val="5D7180"/>
                </a:solidFill>
                <a:latin typeface="Aptos"/>
                <a:ea typeface="Aptos"/>
                <a:cs typeface="Aptos"/>
              </a:defRPr>
            </a:lvl6pPr>
            <a:lvl7pPr algn="l">
              <a:defRPr sz="1275" b="0" i="0">
                <a:solidFill>
                  <a:srgbClr val="5D7180"/>
                </a:solidFill>
                <a:latin typeface="Aptos"/>
                <a:ea typeface="Aptos"/>
                <a:cs typeface="Aptos"/>
              </a:defRPr>
            </a:lvl7pPr>
            <a:lvl8pPr algn="l">
              <a:defRPr sz="1275" b="0" i="0">
                <a:solidFill>
                  <a:srgbClr val="5D7180"/>
                </a:solidFill>
                <a:latin typeface="Aptos"/>
                <a:ea typeface="Aptos"/>
                <a:cs typeface="Aptos"/>
              </a:defRPr>
            </a:lvl8pPr>
            <a:lvl9pPr algn="l">
              <a:defRPr sz="1275" b="0" i="0">
                <a:solidFill>
                  <a:srgbClr val="5D7180"/>
                </a:solidFill>
                <a:latin typeface="Aptos"/>
                <a:ea typeface="Aptos"/>
                <a:cs typeface="Aptos"/>
              </a:defRPr>
            </a:lvl9pPr>
          </a:lstStyle>
          <a:p xmlns:a="http://schemas.openxmlformats.org/drawingml/2006/main">
            <a:pPr algn="l">
              <a:defRPr sz="1275" b="0" i="0">
                <a:solidFill>
                  <a:srgbClr val="5D7180"/>
                </a:solidFill>
                <a:latin typeface="Aptos"/>
                <a:ea typeface="Aptos"/>
                <a:cs typeface="Aptos"/>
              </a:defRPr>
            </a:pPr>
            <a:r>
              <a:rPr sz="1275" b="0" i="0">
                <a:solidFill>
                  <a:srgbClr val="5D7180"/>
                </a:solidFill>
                <a:latin typeface="Aptos"/>
                <a:ea typeface="Aptos"/>
                <a:cs typeface="Aptos"/>
              </a:rPr>
              <a:t>Se unieron los archivos de películas y créditos por identificador</a:t>
            </a:r>
          </a:p>
        </p:txBody>
      </p:sp>
      <p:sp>
        <p:nvSpPr>
          <p:cNvPr id="4" name="">
            <a:extLst xmlns:a="http://schemas.openxmlformats.org/drawingml/2006/main">
              <a:ext uri="{FF2B5EF4-FFF2-40B4-BE49-F238E27FC236}">
                <a16:creationId xmlns:a16="http://schemas.microsoft.com/office/drawing/2014/main" id="{EE517875-A229-437C-AE5A-EF8C070F07A6}"/>
              </a:ext>
            </a:extLst>
          </p:cNvPr>
          <p:cNvSpPr>
            <a:spLocks xmlns:a="http://schemas.openxmlformats.org/drawingml/2006/main" noGrp="1"/>
          </p:cNvSpPr>
          <p:nvPr/>
        </p:nvSpPr>
        <p:spPr>
          <a:xfrm xmlns:a="http://schemas.openxmlformats.org/drawingml/2006/main">
            <a:off x="514350" y="1504950"/>
            <a:ext cx="11163300" cy="19050"/>
          </a:xfrm>
          <a:prstGeom xmlns:a="http://schemas.openxmlformats.org/drawingml/2006/main" prst="rect">
            <a:avLst/>
          </a:prstGeom>
          <a:solidFill xmlns:a="http://schemas.openxmlformats.org/drawingml/2006/main">
            <a:srgbClr val="D9E1E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7A2B42D-227A-4F6C-9253-CB93B97E2BEE}"/>
              </a:ext>
            </a:extLst>
          </p:cNvPr>
          <p:cNvSpPr>
            <a:spLocks xmlns:a="http://schemas.openxmlformats.org/drawingml/2006/main" noGrp="1"/>
          </p:cNvSpPr>
          <p:nvPr/>
        </p:nvSpPr>
        <p:spPr>
          <a:xfrm xmlns:a="http://schemas.openxmlformats.org/drawingml/2006/main">
            <a:off x="514350" y="64198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900" b="1" i="0">
                <a:solidFill>
                  <a:srgbClr val="5D7180"/>
                </a:solidFill>
                <a:latin typeface="Aptos"/>
                <a:ea typeface="Aptos"/>
                <a:cs typeface="Aptos"/>
              </a:defRPr>
            </a:defPPr>
            <a:lvl1pPr algn="l">
              <a:defRPr sz="900" b="1" i="0">
                <a:solidFill>
                  <a:srgbClr val="5D7180"/>
                </a:solidFill>
                <a:latin typeface="Aptos"/>
                <a:ea typeface="Aptos"/>
                <a:cs typeface="Aptos"/>
              </a:defRPr>
            </a:lvl1pPr>
            <a:lvl2pPr algn="l">
              <a:defRPr sz="900" b="1" i="0">
                <a:solidFill>
                  <a:srgbClr val="5D7180"/>
                </a:solidFill>
                <a:latin typeface="Aptos"/>
                <a:ea typeface="Aptos"/>
                <a:cs typeface="Aptos"/>
              </a:defRPr>
            </a:lvl2pPr>
            <a:lvl3pPr algn="l">
              <a:defRPr sz="900" b="1" i="0">
                <a:solidFill>
                  <a:srgbClr val="5D7180"/>
                </a:solidFill>
                <a:latin typeface="Aptos"/>
                <a:ea typeface="Aptos"/>
                <a:cs typeface="Aptos"/>
              </a:defRPr>
            </a:lvl3pPr>
            <a:lvl4pPr algn="l">
              <a:defRPr sz="900" b="1" i="0">
                <a:solidFill>
                  <a:srgbClr val="5D7180"/>
                </a:solidFill>
                <a:latin typeface="Aptos"/>
                <a:ea typeface="Aptos"/>
                <a:cs typeface="Aptos"/>
              </a:defRPr>
            </a:lvl4pPr>
            <a:lvl5pPr algn="l">
              <a:defRPr sz="900" b="1" i="0">
                <a:solidFill>
                  <a:srgbClr val="5D7180"/>
                </a:solidFill>
                <a:latin typeface="Aptos"/>
                <a:ea typeface="Aptos"/>
                <a:cs typeface="Aptos"/>
              </a:defRPr>
            </a:lvl5pPr>
            <a:lvl6pPr algn="l">
              <a:defRPr sz="900" b="1" i="0">
                <a:solidFill>
                  <a:srgbClr val="5D7180"/>
                </a:solidFill>
                <a:latin typeface="Aptos"/>
                <a:ea typeface="Aptos"/>
                <a:cs typeface="Aptos"/>
              </a:defRPr>
            </a:lvl6pPr>
            <a:lvl7pPr algn="l">
              <a:defRPr sz="900" b="1" i="0">
                <a:solidFill>
                  <a:srgbClr val="5D7180"/>
                </a:solidFill>
                <a:latin typeface="Aptos"/>
                <a:ea typeface="Aptos"/>
                <a:cs typeface="Aptos"/>
              </a:defRPr>
            </a:lvl7pPr>
            <a:lvl8pPr algn="l">
              <a:defRPr sz="900" b="1" i="0">
                <a:solidFill>
                  <a:srgbClr val="5D7180"/>
                </a:solidFill>
                <a:latin typeface="Aptos"/>
                <a:ea typeface="Aptos"/>
                <a:cs typeface="Aptos"/>
              </a:defRPr>
            </a:lvl8pPr>
            <a:lvl9pPr algn="l">
              <a:defRPr sz="900" b="1" i="0">
                <a:solidFill>
                  <a:srgbClr val="5D7180"/>
                </a:solidFill>
                <a:latin typeface="Aptos"/>
                <a:ea typeface="Aptos"/>
                <a:cs typeface="Aptos"/>
              </a:defRPr>
            </a:lvl9pPr>
          </a:lstStyle>
          <a:p xmlns:a="http://schemas.openxmlformats.org/drawingml/2006/main">
            <a:pPr algn="l">
              <a:defRPr sz="900" b="1" i="0">
                <a:solidFill>
                  <a:srgbClr val="5D7180"/>
                </a:solidFill>
                <a:latin typeface="Aptos"/>
                <a:ea typeface="Aptos"/>
                <a:cs typeface="Aptos"/>
              </a:defRPr>
            </a:pPr>
            <a:r>
              <a:rPr sz="900" b="1" i="0">
                <a:solidFill>
                  <a:srgbClr val="5D7180"/>
                </a:solidFill>
                <a:latin typeface="Aptos"/>
                <a:ea typeface="Aptos"/>
                <a:cs typeface="Aptos"/>
              </a:rPr>
              <a:t>PROYECTO INTEGRADOR · MACHINE LEARNING</a:t>
            </a:r>
          </a:p>
        </p:txBody>
      </p:sp>
      <p:sp>
        <p:nvSpPr>
          <p:cNvPr id="6" name="">
            <a:extLst xmlns:a="http://schemas.openxmlformats.org/drawingml/2006/main">
              <a:ext uri="{FF2B5EF4-FFF2-40B4-BE49-F238E27FC236}">
                <a16:creationId xmlns:a16="http://schemas.microsoft.com/office/drawing/2014/main" id="{A2F07DE6-AB16-4092-B340-0F7E5C9C95BB}"/>
              </a:ext>
            </a:extLst>
          </p:cNvPr>
          <p:cNvSpPr>
            <a:spLocks xmlns:a="http://schemas.openxmlformats.org/drawingml/2006/main" noGrp="1"/>
          </p:cNvSpPr>
          <p:nvPr/>
        </p:nvSpPr>
        <p:spPr>
          <a:xfrm xmlns:a="http://schemas.openxmlformats.org/drawingml/2006/main">
            <a:off x="11163300" y="64198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r">
              <a:defRPr sz="900" b="1" i="0">
                <a:solidFill>
                  <a:srgbClr val="5D7180"/>
                </a:solidFill>
                <a:latin typeface="Aptos"/>
                <a:ea typeface="Aptos"/>
                <a:cs typeface="Aptos"/>
              </a:defRPr>
            </a:defPPr>
            <a:lvl1pPr algn="r">
              <a:defRPr sz="900" b="1" i="0">
                <a:solidFill>
                  <a:srgbClr val="5D7180"/>
                </a:solidFill>
                <a:latin typeface="Aptos"/>
                <a:ea typeface="Aptos"/>
                <a:cs typeface="Aptos"/>
              </a:defRPr>
            </a:lvl1pPr>
            <a:lvl2pPr algn="r">
              <a:defRPr sz="900" b="1" i="0">
                <a:solidFill>
                  <a:srgbClr val="5D7180"/>
                </a:solidFill>
                <a:latin typeface="Aptos"/>
                <a:ea typeface="Aptos"/>
                <a:cs typeface="Aptos"/>
              </a:defRPr>
            </a:lvl2pPr>
            <a:lvl3pPr algn="r">
              <a:defRPr sz="900" b="1" i="0">
                <a:solidFill>
                  <a:srgbClr val="5D7180"/>
                </a:solidFill>
                <a:latin typeface="Aptos"/>
                <a:ea typeface="Aptos"/>
                <a:cs typeface="Aptos"/>
              </a:defRPr>
            </a:lvl3pPr>
            <a:lvl4pPr algn="r">
              <a:defRPr sz="900" b="1" i="0">
                <a:solidFill>
                  <a:srgbClr val="5D7180"/>
                </a:solidFill>
                <a:latin typeface="Aptos"/>
                <a:ea typeface="Aptos"/>
                <a:cs typeface="Aptos"/>
              </a:defRPr>
            </a:lvl4pPr>
            <a:lvl5pPr algn="r">
              <a:defRPr sz="900" b="1" i="0">
                <a:solidFill>
                  <a:srgbClr val="5D7180"/>
                </a:solidFill>
                <a:latin typeface="Aptos"/>
                <a:ea typeface="Aptos"/>
                <a:cs typeface="Aptos"/>
              </a:defRPr>
            </a:lvl5pPr>
            <a:lvl6pPr algn="r">
              <a:defRPr sz="900" b="1" i="0">
                <a:solidFill>
                  <a:srgbClr val="5D7180"/>
                </a:solidFill>
                <a:latin typeface="Aptos"/>
                <a:ea typeface="Aptos"/>
                <a:cs typeface="Aptos"/>
              </a:defRPr>
            </a:lvl6pPr>
            <a:lvl7pPr algn="r">
              <a:defRPr sz="900" b="1" i="0">
                <a:solidFill>
                  <a:srgbClr val="5D7180"/>
                </a:solidFill>
                <a:latin typeface="Aptos"/>
                <a:ea typeface="Aptos"/>
                <a:cs typeface="Aptos"/>
              </a:defRPr>
            </a:lvl7pPr>
            <a:lvl8pPr algn="r">
              <a:defRPr sz="900" b="1" i="0">
                <a:solidFill>
                  <a:srgbClr val="5D7180"/>
                </a:solidFill>
                <a:latin typeface="Aptos"/>
                <a:ea typeface="Aptos"/>
                <a:cs typeface="Aptos"/>
              </a:defRPr>
            </a:lvl8pPr>
            <a:lvl9pPr algn="r">
              <a:defRPr sz="900" b="1" i="0">
                <a:solidFill>
                  <a:srgbClr val="5D7180"/>
                </a:solidFill>
                <a:latin typeface="Aptos"/>
                <a:ea typeface="Aptos"/>
                <a:cs typeface="Aptos"/>
              </a:defRPr>
            </a:lvl9pPr>
          </a:lstStyle>
          <a:p xmlns:a="http://schemas.openxmlformats.org/drawingml/2006/main">
            <a:pPr algn="r">
              <a:defRPr sz="900" b="1" i="0">
                <a:solidFill>
                  <a:srgbClr val="5D7180"/>
                </a:solidFill>
                <a:latin typeface="Aptos"/>
                <a:ea typeface="Aptos"/>
                <a:cs typeface="Aptos"/>
              </a:defRPr>
            </a:pPr>
            <a:r>
              <a:rPr sz="900" b="1" i="0">
                <a:solidFill>
                  <a:srgbClr val="5D7180"/>
                </a:solidFill>
                <a:latin typeface="Aptos"/>
                <a:ea typeface="Aptos"/>
                <a:cs typeface="Aptos"/>
              </a:rPr>
              <a:t>03</a:t>
            </a:r>
          </a:p>
        </p:txBody>
      </p:sp>
      <p:sp>
        <p:nvSpPr>
          <p:cNvPr id="7" name="">
            <a:extLst xmlns:a="http://schemas.openxmlformats.org/drawingml/2006/main">
              <a:ext uri="{FF2B5EF4-FFF2-40B4-BE49-F238E27FC236}">
                <a16:creationId xmlns:a16="http://schemas.microsoft.com/office/drawing/2014/main" id="{47FDABB7-38DE-4A14-B55F-13F7D8B1AC9E}"/>
              </a:ext>
            </a:extLst>
          </p:cNvPr>
          <p:cNvSpPr>
            <a:spLocks xmlns:a="http://schemas.openxmlformats.org/drawingml/2006/main" noGrp="1"/>
          </p:cNvSpPr>
          <p:nvPr/>
        </p:nvSpPr>
        <p:spPr>
          <a:xfrm xmlns:a="http://schemas.openxmlformats.org/drawingml/2006/main">
            <a:off x="514350" y="1809750"/>
            <a:ext cx="2381250" cy="1085850"/>
          </a:xfrm>
          <a:prstGeom xmlns:a="http://schemas.openxmlformats.org/drawingml/2006/main" prst="roundRect">
            <a:avLst>
              <a:gd name="adj" fmla="val 7018"/>
            </a:avLst>
          </a:prstGeom>
          <a:solidFill xmlns:a="http://schemas.openxmlformats.org/drawingml/2006/main">
            <a:srgbClr val="FFFFFF"/>
          </a:solidFill>
          <a:ln xmlns:a="http://schemas.openxmlformats.org/drawingml/2006/main" w="9525">
            <a:solidFill>
              <a:srgbClr val="D9E1E4"/>
            </a:solidFill>
            <a:prstDash val="solid"/>
          </a:ln>
        </p:spPr>
      </p:sp>
      <p:sp>
        <p:nvSpPr>
          <p:cNvPr id="8" name="">
            <a:extLst xmlns:a="http://schemas.openxmlformats.org/drawingml/2006/main">
              <a:ext uri="{FF2B5EF4-FFF2-40B4-BE49-F238E27FC236}">
                <a16:creationId xmlns:a16="http://schemas.microsoft.com/office/drawing/2014/main" id="{6DAC8448-C851-411B-9F1A-8D568B72926E}"/>
              </a:ext>
            </a:extLst>
          </p:cNvPr>
          <p:cNvSpPr>
            <a:spLocks xmlns:a="http://schemas.openxmlformats.org/drawingml/2006/main" noGrp="1"/>
          </p:cNvSpPr>
          <p:nvPr/>
        </p:nvSpPr>
        <p:spPr>
          <a:xfrm xmlns:a="http://schemas.openxmlformats.org/drawingml/2006/main">
            <a:off x="514350" y="1809750"/>
            <a:ext cx="66675" cy="1085850"/>
          </a:xfrm>
          <a:prstGeom xmlns:a="http://schemas.openxmlformats.org/drawingml/2006/main" prst="roundRect">
            <a:avLst>
              <a:gd name="adj" fmla="val 50000"/>
            </a:avLst>
          </a:prstGeom>
          <a:solidFill xmlns:a="http://schemas.openxmlformats.org/drawingml/2006/main">
            <a:srgbClr val="00A6A6"/>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0E821AE-61D0-48D5-8131-8BDA9AA5BB02}"/>
              </a:ext>
            </a:extLst>
          </p:cNvPr>
          <p:cNvSpPr>
            <a:spLocks xmlns:a="http://schemas.openxmlformats.org/drawingml/2006/main" noGrp="1"/>
          </p:cNvSpPr>
          <p:nvPr/>
        </p:nvSpPr>
        <p:spPr>
          <a:xfrm xmlns:a="http://schemas.openxmlformats.org/drawingml/2006/main">
            <a:off x="742950" y="1971675"/>
            <a:ext cx="1981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550" b="1" i="0">
                <a:solidFill>
                  <a:srgbClr val="102B3F"/>
                </a:solidFill>
                <a:latin typeface="Aptos"/>
                <a:ea typeface="Aptos"/>
                <a:cs typeface="Aptos"/>
              </a:defRPr>
            </a:defPPr>
            <a:lvl1pPr algn="l">
              <a:defRPr sz="2550" b="1" i="0">
                <a:solidFill>
                  <a:srgbClr val="102B3F"/>
                </a:solidFill>
                <a:latin typeface="Aptos"/>
                <a:ea typeface="Aptos"/>
                <a:cs typeface="Aptos"/>
              </a:defRPr>
            </a:lvl1pPr>
            <a:lvl2pPr algn="l">
              <a:defRPr sz="2550" b="1" i="0">
                <a:solidFill>
                  <a:srgbClr val="102B3F"/>
                </a:solidFill>
                <a:latin typeface="Aptos"/>
                <a:ea typeface="Aptos"/>
                <a:cs typeface="Aptos"/>
              </a:defRPr>
            </a:lvl2pPr>
            <a:lvl3pPr algn="l">
              <a:defRPr sz="2550" b="1" i="0">
                <a:solidFill>
                  <a:srgbClr val="102B3F"/>
                </a:solidFill>
                <a:latin typeface="Aptos"/>
                <a:ea typeface="Aptos"/>
                <a:cs typeface="Aptos"/>
              </a:defRPr>
            </a:lvl3pPr>
            <a:lvl4pPr algn="l">
              <a:defRPr sz="2550" b="1" i="0">
                <a:solidFill>
                  <a:srgbClr val="102B3F"/>
                </a:solidFill>
                <a:latin typeface="Aptos"/>
                <a:ea typeface="Aptos"/>
                <a:cs typeface="Aptos"/>
              </a:defRPr>
            </a:lvl4pPr>
            <a:lvl5pPr algn="l">
              <a:defRPr sz="2550" b="1" i="0">
                <a:solidFill>
                  <a:srgbClr val="102B3F"/>
                </a:solidFill>
                <a:latin typeface="Aptos"/>
                <a:ea typeface="Aptos"/>
                <a:cs typeface="Aptos"/>
              </a:defRPr>
            </a:lvl5pPr>
            <a:lvl6pPr algn="l">
              <a:defRPr sz="2550" b="1" i="0">
                <a:solidFill>
                  <a:srgbClr val="102B3F"/>
                </a:solidFill>
                <a:latin typeface="Aptos"/>
                <a:ea typeface="Aptos"/>
                <a:cs typeface="Aptos"/>
              </a:defRPr>
            </a:lvl6pPr>
            <a:lvl7pPr algn="l">
              <a:defRPr sz="2550" b="1" i="0">
                <a:solidFill>
                  <a:srgbClr val="102B3F"/>
                </a:solidFill>
                <a:latin typeface="Aptos"/>
                <a:ea typeface="Aptos"/>
                <a:cs typeface="Aptos"/>
              </a:defRPr>
            </a:lvl7pPr>
            <a:lvl8pPr algn="l">
              <a:defRPr sz="2550" b="1" i="0">
                <a:solidFill>
                  <a:srgbClr val="102B3F"/>
                </a:solidFill>
                <a:latin typeface="Aptos"/>
                <a:ea typeface="Aptos"/>
                <a:cs typeface="Aptos"/>
              </a:defRPr>
            </a:lvl8pPr>
            <a:lvl9pPr algn="l">
              <a:defRPr sz="2550" b="1" i="0">
                <a:solidFill>
                  <a:srgbClr val="102B3F"/>
                </a:solidFill>
                <a:latin typeface="Aptos"/>
                <a:ea typeface="Aptos"/>
                <a:cs typeface="Aptos"/>
              </a:defRPr>
            </a:lvl9pPr>
          </a:lstStyle>
          <a:p xmlns:a="http://schemas.openxmlformats.org/drawingml/2006/main">
            <a:pPr algn="l">
              <a:defRPr sz="2550" b="1" i="0">
                <a:solidFill>
                  <a:srgbClr val="102B3F"/>
                </a:solidFill>
                <a:latin typeface="Aptos"/>
                <a:ea typeface="Aptos"/>
                <a:cs typeface="Aptos"/>
              </a:defRPr>
            </a:pPr>
            <a:r>
              <a:rPr sz="2550" b="1" i="0">
                <a:solidFill>
                  <a:srgbClr val="102B3F"/>
                </a:solidFill>
                <a:latin typeface="Aptos"/>
                <a:ea typeface="Aptos"/>
                <a:cs typeface="Aptos"/>
              </a:rPr>
              <a:t>4.803</a:t>
            </a:r>
          </a:p>
        </p:txBody>
      </p:sp>
      <p:sp>
        <p:nvSpPr>
          <p:cNvPr id="10" name="">
            <a:extLst xmlns:a="http://schemas.openxmlformats.org/drawingml/2006/main">
              <a:ext uri="{FF2B5EF4-FFF2-40B4-BE49-F238E27FC236}">
                <a16:creationId xmlns:a16="http://schemas.microsoft.com/office/drawing/2014/main" id="{A5648EC1-E7A3-4303-B71A-5D2A810ED2C6}"/>
              </a:ext>
            </a:extLst>
          </p:cNvPr>
          <p:cNvSpPr>
            <a:spLocks xmlns:a="http://schemas.openxmlformats.org/drawingml/2006/main" noGrp="1"/>
          </p:cNvSpPr>
          <p:nvPr/>
        </p:nvSpPr>
        <p:spPr>
          <a:xfrm xmlns:a="http://schemas.openxmlformats.org/drawingml/2006/main">
            <a:off x="742950" y="24574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125" b="0" i="0">
                <a:solidFill>
                  <a:srgbClr val="5D7180"/>
                </a:solidFill>
                <a:latin typeface="Aptos"/>
                <a:ea typeface="Aptos"/>
                <a:cs typeface="Aptos"/>
              </a:defRPr>
            </a:defPPr>
            <a:lvl1pPr algn="l">
              <a:defRPr sz="1125" b="0" i="0">
                <a:solidFill>
                  <a:srgbClr val="5D7180"/>
                </a:solidFill>
                <a:latin typeface="Aptos"/>
                <a:ea typeface="Aptos"/>
                <a:cs typeface="Aptos"/>
              </a:defRPr>
            </a:lvl1pPr>
            <a:lvl2pPr algn="l">
              <a:defRPr sz="1125" b="0" i="0">
                <a:solidFill>
                  <a:srgbClr val="5D7180"/>
                </a:solidFill>
                <a:latin typeface="Aptos"/>
                <a:ea typeface="Aptos"/>
                <a:cs typeface="Aptos"/>
              </a:defRPr>
            </a:lvl2pPr>
            <a:lvl3pPr algn="l">
              <a:defRPr sz="1125" b="0" i="0">
                <a:solidFill>
                  <a:srgbClr val="5D7180"/>
                </a:solidFill>
                <a:latin typeface="Aptos"/>
                <a:ea typeface="Aptos"/>
                <a:cs typeface="Aptos"/>
              </a:defRPr>
            </a:lvl3pPr>
            <a:lvl4pPr algn="l">
              <a:defRPr sz="1125" b="0" i="0">
                <a:solidFill>
                  <a:srgbClr val="5D7180"/>
                </a:solidFill>
                <a:latin typeface="Aptos"/>
                <a:ea typeface="Aptos"/>
                <a:cs typeface="Aptos"/>
              </a:defRPr>
            </a:lvl4pPr>
            <a:lvl5pPr algn="l">
              <a:defRPr sz="1125" b="0" i="0">
                <a:solidFill>
                  <a:srgbClr val="5D7180"/>
                </a:solidFill>
                <a:latin typeface="Aptos"/>
                <a:ea typeface="Aptos"/>
                <a:cs typeface="Aptos"/>
              </a:defRPr>
            </a:lvl5pPr>
            <a:lvl6pPr algn="l">
              <a:defRPr sz="1125" b="0" i="0">
                <a:solidFill>
                  <a:srgbClr val="5D7180"/>
                </a:solidFill>
                <a:latin typeface="Aptos"/>
                <a:ea typeface="Aptos"/>
                <a:cs typeface="Aptos"/>
              </a:defRPr>
            </a:lvl6pPr>
            <a:lvl7pPr algn="l">
              <a:defRPr sz="1125" b="0" i="0">
                <a:solidFill>
                  <a:srgbClr val="5D7180"/>
                </a:solidFill>
                <a:latin typeface="Aptos"/>
                <a:ea typeface="Aptos"/>
                <a:cs typeface="Aptos"/>
              </a:defRPr>
            </a:lvl7pPr>
            <a:lvl8pPr algn="l">
              <a:defRPr sz="1125" b="0" i="0">
                <a:solidFill>
                  <a:srgbClr val="5D7180"/>
                </a:solidFill>
                <a:latin typeface="Aptos"/>
                <a:ea typeface="Aptos"/>
                <a:cs typeface="Aptos"/>
              </a:defRPr>
            </a:lvl8pPr>
            <a:lvl9pPr algn="l">
              <a:defRPr sz="1125" b="0" i="0">
                <a:solidFill>
                  <a:srgbClr val="5D7180"/>
                </a:solidFill>
                <a:latin typeface="Aptos"/>
                <a:ea typeface="Aptos"/>
                <a:cs typeface="Aptos"/>
              </a:defRPr>
            </a:lvl9pPr>
          </a:lstStyle>
          <a:p xmlns:a="http://schemas.openxmlformats.org/drawingml/2006/main">
            <a:pPr algn="l">
              <a:defRPr sz="1125" b="0" i="0">
                <a:solidFill>
                  <a:srgbClr val="5D7180"/>
                </a:solidFill>
                <a:latin typeface="Aptos"/>
                <a:ea typeface="Aptos"/>
                <a:cs typeface="Aptos"/>
              </a:defRPr>
            </a:pPr>
            <a:r>
              <a:rPr sz="1125" b="0" i="0">
                <a:solidFill>
                  <a:srgbClr val="5D7180"/>
                </a:solidFill>
                <a:latin typeface="Aptos"/>
                <a:ea typeface="Aptos"/>
                <a:cs typeface="Aptos"/>
              </a:rPr>
              <a:t>Registros iniciales</a:t>
            </a:r>
          </a:p>
        </p:txBody>
      </p:sp>
      <p:sp>
        <p:nvSpPr>
          <p:cNvPr id="11" name="">
            <a:extLst xmlns:a="http://schemas.openxmlformats.org/drawingml/2006/main">
              <a:ext uri="{FF2B5EF4-FFF2-40B4-BE49-F238E27FC236}">
                <a16:creationId xmlns:a16="http://schemas.microsoft.com/office/drawing/2014/main" id="{F9C523C5-C753-4077-B513-F2F02D2E4262}"/>
              </a:ext>
            </a:extLst>
          </p:cNvPr>
          <p:cNvSpPr>
            <a:spLocks xmlns:a="http://schemas.openxmlformats.org/drawingml/2006/main" noGrp="1"/>
          </p:cNvSpPr>
          <p:nvPr/>
        </p:nvSpPr>
        <p:spPr>
          <a:xfrm xmlns:a="http://schemas.openxmlformats.org/drawingml/2006/main">
            <a:off x="3105150" y="1809750"/>
            <a:ext cx="2381250" cy="1085850"/>
          </a:xfrm>
          <a:prstGeom xmlns:a="http://schemas.openxmlformats.org/drawingml/2006/main" prst="roundRect">
            <a:avLst>
              <a:gd name="adj" fmla="val 7018"/>
            </a:avLst>
          </a:prstGeom>
          <a:solidFill xmlns:a="http://schemas.openxmlformats.org/drawingml/2006/main">
            <a:srgbClr val="FFFFFF"/>
          </a:solidFill>
          <a:ln xmlns:a="http://schemas.openxmlformats.org/drawingml/2006/main" w="9525">
            <a:solidFill>
              <a:srgbClr val="D9E1E4"/>
            </a:solidFill>
            <a:prstDash val="solid"/>
          </a:ln>
        </p:spPr>
      </p:sp>
      <p:sp>
        <p:nvSpPr>
          <p:cNvPr id="12" name="">
            <a:extLst xmlns:a="http://schemas.openxmlformats.org/drawingml/2006/main">
              <a:ext uri="{FF2B5EF4-FFF2-40B4-BE49-F238E27FC236}">
                <a16:creationId xmlns:a16="http://schemas.microsoft.com/office/drawing/2014/main" id="{ECC535C2-74A0-4C20-9B0D-D559AA3919DA}"/>
              </a:ext>
            </a:extLst>
          </p:cNvPr>
          <p:cNvSpPr>
            <a:spLocks xmlns:a="http://schemas.openxmlformats.org/drawingml/2006/main" noGrp="1"/>
          </p:cNvSpPr>
          <p:nvPr/>
        </p:nvSpPr>
        <p:spPr>
          <a:xfrm xmlns:a="http://schemas.openxmlformats.org/drawingml/2006/main">
            <a:off x="3105150" y="1809750"/>
            <a:ext cx="66675" cy="1085850"/>
          </a:xfrm>
          <a:prstGeom xmlns:a="http://schemas.openxmlformats.org/drawingml/2006/main" prst="roundRect">
            <a:avLst>
              <a:gd name="adj" fmla="val 50000"/>
            </a:avLst>
          </a:prstGeom>
          <a:solidFill xmlns:a="http://schemas.openxmlformats.org/drawingml/2006/main">
            <a:srgbClr val="E99B3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39DA0CA-DAFD-4FE3-822E-C6EA8C8EB905}"/>
              </a:ext>
            </a:extLst>
          </p:cNvPr>
          <p:cNvSpPr>
            <a:spLocks xmlns:a="http://schemas.openxmlformats.org/drawingml/2006/main" noGrp="1"/>
          </p:cNvSpPr>
          <p:nvPr/>
        </p:nvSpPr>
        <p:spPr>
          <a:xfrm xmlns:a="http://schemas.openxmlformats.org/drawingml/2006/main">
            <a:off x="3333750" y="1971675"/>
            <a:ext cx="1981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550" b="1" i="0">
                <a:solidFill>
                  <a:srgbClr val="102B3F"/>
                </a:solidFill>
                <a:latin typeface="Aptos"/>
                <a:ea typeface="Aptos"/>
                <a:cs typeface="Aptos"/>
              </a:defRPr>
            </a:defPPr>
            <a:lvl1pPr algn="l">
              <a:defRPr sz="2550" b="1" i="0">
                <a:solidFill>
                  <a:srgbClr val="102B3F"/>
                </a:solidFill>
                <a:latin typeface="Aptos"/>
                <a:ea typeface="Aptos"/>
                <a:cs typeface="Aptos"/>
              </a:defRPr>
            </a:lvl1pPr>
            <a:lvl2pPr algn="l">
              <a:defRPr sz="2550" b="1" i="0">
                <a:solidFill>
                  <a:srgbClr val="102B3F"/>
                </a:solidFill>
                <a:latin typeface="Aptos"/>
                <a:ea typeface="Aptos"/>
                <a:cs typeface="Aptos"/>
              </a:defRPr>
            </a:lvl2pPr>
            <a:lvl3pPr algn="l">
              <a:defRPr sz="2550" b="1" i="0">
                <a:solidFill>
                  <a:srgbClr val="102B3F"/>
                </a:solidFill>
                <a:latin typeface="Aptos"/>
                <a:ea typeface="Aptos"/>
                <a:cs typeface="Aptos"/>
              </a:defRPr>
            </a:lvl3pPr>
            <a:lvl4pPr algn="l">
              <a:defRPr sz="2550" b="1" i="0">
                <a:solidFill>
                  <a:srgbClr val="102B3F"/>
                </a:solidFill>
                <a:latin typeface="Aptos"/>
                <a:ea typeface="Aptos"/>
                <a:cs typeface="Aptos"/>
              </a:defRPr>
            </a:lvl4pPr>
            <a:lvl5pPr algn="l">
              <a:defRPr sz="2550" b="1" i="0">
                <a:solidFill>
                  <a:srgbClr val="102B3F"/>
                </a:solidFill>
                <a:latin typeface="Aptos"/>
                <a:ea typeface="Aptos"/>
                <a:cs typeface="Aptos"/>
              </a:defRPr>
            </a:lvl5pPr>
            <a:lvl6pPr algn="l">
              <a:defRPr sz="2550" b="1" i="0">
                <a:solidFill>
                  <a:srgbClr val="102B3F"/>
                </a:solidFill>
                <a:latin typeface="Aptos"/>
                <a:ea typeface="Aptos"/>
                <a:cs typeface="Aptos"/>
              </a:defRPr>
            </a:lvl6pPr>
            <a:lvl7pPr algn="l">
              <a:defRPr sz="2550" b="1" i="0">
                <a:solidFill>
                  <a:srgbClr val="102B3F"/>
                </a:solidFill>
                <a:latin typeface="Aptos"/>
                <a:ea typeface="Aptos"/>
                <a:cs typeface="Aptos"/>
              </a:defRPr>
            </a:lvl7pPr>
            <a:lvl8pPr algn="l">
              <a:defRPr sz="2550" b="1" i="0">
                <a:solidFill>
                  <a:srgbClr val="102B3F"/>
                </a:solidFill>
                <a:latin typeface="Aptos"/>
                <a:ea typeface="Aptos"/>
                <a:cs typeface="Aptos"/>
              </a:defRPr>
            </a:lvl8pPr>
            <a:lvl9pPr algn="l">
              <a:defRPr sz="2550" b="1" i="0">
                <a:solidFill>
                  <a:srgbClr val="102B3F"/>
                </a:solidFill>
                <a:latin typeface="Aptos"/>
                <a:ea typeface="Aptos"/>
                <a:cs typeface="Aptos"/>
              </a:defRPr>
            </a:lvl9pPr>
          </a:lstStyle>
          <a:p xmlns:a="http://schemas.openxmlformats.org/drawingml/2006/main">
            <a:pPr algn="l">
              <a:defRPr sz="2550" b="1" i="0">
                <a:solidFill>
                  <a:srgbClr val="102B3F"/>
                </a:solidFill>
                <a:latin typeface="Aptos"/>
                <a:ea typeface="Aptos"/>
                <a:cs typeface="Aptos"/>
              </a:defRPr>
            </a:pPr>
            <a:r>
              <a:rPr sz="2550" b="1" i="0">
                <a:solidFill>
                  <a:srgbClr val="102B3F"/>
                </a:solidFill>
                <a:latin typeface="Aptos"/>
                <a:ea typeface="Aptos"/>
                <a:cs typeface="Aptos"/>
              </a:rPr>
              <a:t>3.229</a:t>
            </a:r>
          </a:p>
        </p:txBody>
      </p:sp>
      <p:sp>
        <p:nvSpPr>
          <p:cNvPr id="14" name="">
            <a:extLst xmlns:a="http://schemas.openxmlformats.org/drawingml/2006/main">
              <a:ext uri="{FF2B5EF4-FFF2-40B4-BE49-F238E27FC236}">
                <a16:creationId xmlns:a16="http://schemas.microsoft.com/office/drawing/2014/main" id="{2E359357-F7B6-443B-9DB3-3CAC28590ECD}"/>
              </a:ext>
            </a:extLst>
          </p:cNvPr>
          <p:cNvSpPr>
            <a:spLocks xmlns:a="http://schemas.openxmlformats.org/drawingml/2006/main" noGrp="1"/>
          </p:cNvSpPr>
          <p:nvPr/>
        </p:nvSpPr>
        <p:spPr>
          <a:xfrm xmlns:a="http://schemas.openxmlformats.org/drawingml/2006/main">
            <a:off x="3333750" y="24574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125" b="0" i="0">
                <a:solidFill>
                  <a:srgbClr val="5D7180"/>
                </a:solidFill>
                <a:latin typeface="Aptos"/>
                <a:ea typeface="Aptos"/>
                <a:cs typeface="Aptos"/>
              </a:defRPr>
            </a:defPPr>
            <a:lvl1pPr algn="l">
              <a:defRPr sz="1125" b="0" i="0">
                <a:solidFill>
                  <a:srgbClr val="5D7180"/>
                </a:solidFill>
                <a:latin typeface="Aptos"/>
                <a:ea typeface="Aptos"/>
                <a:cs typeface="Aptos"/>
              </a:defRPr>
            </a:lvl1pPr>
            <a:lvl2pPr algn="l">
              <a:defRPr sz="1125" b="0" i="0">
                <a:solidFill>
                  <a:srgbClr val="5D7180"/>
                </a:solidFill>
                <a:latin typeface="Aptos"/>
                <a:ea typeface="Aptos"/>
                <a:cs typeface="Aptos"/>
              </a:defRPr>
            </a:lvl2pPr>
            <a:lvl3pPr algn="l">
              <a:defRPr sz="1125" b="0" i="0">
                <a:solidFill>
                  <a:srgbClr val="5D7180"/>
                </a:solidFill>
                <a:latin typeface="Aptos"/>
                <a:ea typeface="Aptos"/>
                <a:cs typeface="Aptos"/>
              </a:defRPr>
            </a:lvl3pPr>
            <a:lvl4pPr algn="l">
              <a:defRPr sz="1125" b="0" i="0">
                <a:solidFill>
                  <a:srgbClr val="5D7180"/>
                </a:solidFill>
                <a:latin typeface="Aptos"/>
                <a:ea typeface="Aptos"/>
                <a:cs typeface="Aptos"/>
              </a:defRPr>
            </a:lvl4pPr>
            <a:lvl5pPr algn="l">
              <a:defRPr sz="1125" b="0" i="0">
                <a:solidFill>
                  <a:srgbClr val="5D7180"/>
                </a:solidFill>
                <a:latin typeface="Aptos"/>
                <a:ea typeface="Aptos"/>
                <a:cs typeface="Aptos"/>
              </a:defRPr>
            </a:lvl5pPr>
            <a:lvl6pPr algn="l">
              <a:defRPr sz="1125" b="0" i="0">
                <a:solidFill>
                  <a:srgbClr val="5D7180"/>
                </a:solidFill>
                <a:latin typeface="Aptos"/>
                <a:ea typeface="Aptos"/>
                <a:cs typeface="Aptos"/>
              </a:defRPr>
            </a:lvl6pPr>
            <a:lvl7pPr algn="l">
              <a:defRPr sz="1125" b="0" i="0">
                <a:solidFill>
                  <a:srgbClr val="5D7180"/>
                </a:solidFill>
                <a:latin typeface="Aptos"/>
                <a:ea typeface="Aptos"/>
                <a:cs typeface="Aptos"/>
              </a:defRPr>
            </a:lvl7pPr>
            <a:lvl8pPr algn="l">
              <a:defRPr sz="1125" b="0" i="0">
                <a:solidFill>
                  <a:srgbClr val="5D7180"/>
                </a:solidFill>
                <a:latin typeface="Aptos"/>
                <a:ea typeface="Aptos"/>
                <a:cs typeface="Aptos"/>
              </a:defRPr>
            </a:lvl8pPr>
            <a:lvl9pPr algn="l">
              <a:defRPr sz="1125" b="0" i="0">
                <a:solidFill>
                  <a:srgbClr val="5D7180"/>
                </a:solidFill>
                <a:latin typeface="Aptos"/>
                <a:ea typeface="Aptos"/>
                <a:cs typeface="Aptos"/>
              </a:defRPr>
            </a:lvl9pPr>
          </a:lstStyle>
          <a:p xmlns:a="http://schemas.openxmlformats.org/drawingml/2006/main">
            <a:pPr algn="l">
              <a:defRPr sz="1125" b="0" i="0">
                <a:solidFill>
                  <a:srgbClr val="5D7180"/>
                </a:solidFill>
                <a:latin typeface="Aptos"/>
                <a:ea typeface="Aptos"/>
                <a:cs typeface="Aptos"/>
              </a:defRPr>
            </a:pPr>
            <a:r>
              <a:rPr sz="1125" b="0" i="0">
                <a:solidFill>
                  <a:srgbClr val="5D7180"/>
                </a:solidFill>
                <a:latin typeface="Aptos"/>
                <a:ea typeface="Aptos"/>
                <a:cs typeface="Aptos"/>
              </a:rPr>
              <a:t>Incluidos en el análisis</a:t>
            </a:r>
          </a:p>
        </p:txBody>
      </p:sp>
      <p:sp>
        <p:nvSpPr>
          <p:cNvPr id="15" name="">
            <a:extLst xmlns:a="http://schemas.openxmlformats.org/drawingml/2006/main">
              <a:ext uri="{FF2B5EF4-FFF2-40B4-BE49-F238E27FC236}">
                <a16:creationId xmlns:a16="http://schemas.microsoft.com/office/drawing/2014/main" id="{A4022DD9-AAFC-4E23-9E5E-BE11A00F4F76}"/>
              </a:ext>
            </a:extLst>
          </p:cNvPr>
          <p:cNvSpPr>
            <a:spLocks xmlns:a="http://schemas.openxmlformats.org/drawingml/2006/main" noGrp="1"/>
          </p:cNvSpPr>
          <p:nvPr/>
        </p:nvSpPr>
        <p:spPr>
          <a:xfrm xmlns:a="http://schemas.openxmlformats.org/drawingml/2006/main">
            <a:off x="5695950" y="1809750"/>
            <a:ext cx="2381250" cy="1085850"/>
          </a:xfrm>
          <a:prstGeom xmlns:a="http://schemas.openxmlformats.org/drawingml/2006/main" prst="roundRect">
            <a:avLst>
              <a:gd name="adj" fmla="val 7018"/>
            </a:avLst>
          </a:prstGeom>
          <a:solidFill xmlns:a="http://schemas.openxmlformats.org/drawingml/2006/main">
            <a:srgbClr val="FFFFFF"/>
          </a:solidFill>
          <a:ln xmlns:a="http://schemas.openxmlformats.org/drawingml/2006/main" w="9525">
            <a:solidFill>
              <a:srgbClr val="D9E1E4"/>
            </a:solidFill>
            <a:prstDash val="solid"/>
          </a:ln>
        </p:spPr>
      </p:sp>
      <p:sp>
        <p:nvSpPr>
          <p:cNvPr id="16" name="">
            <a:extLst xmlns:a="http://schemas.openxmlformats.org/drawingml/2006/main">
              <a:ext uri="{FF2B5EF4-FFF2-40B4-BE49-F238E27FC236}">
                <a16:creationId xmlns:a16="http://schemas.microsoft.com/office/drawing/2014/main" id="{A18CC091-AD3F-4277-B0F8-7A3B6CAA3B40}"/>
              </a:ext>
            </a:extLst>
          </p:cNvPr>
          <p:cNvSpPr>
            <a:spLocks xmlns:a="http://schemas.openxmlformats.org/drawingml/2006/main" noGrp="1"/>
          </p:cNvSpPr>
          <p:nvPr/>
        </p:nvSpPr>
        <p:spPr>
          <a:xfrm xmlns:a="http://schemas.openxmlformats.org/drawingml/2006/main">
            <a:off x="5695950" y="1809750"/>
            <a:ext cx="66675" cy="1085850"/>
          </a:xfrm>
          <a:prstGeom xmlns:a="http://schemas.openxmlformats.org/drawingml/2006/main" prst="roundRect">
            <a:avLst>
              <a:gd name="adj" fmla="val 50000"/>
            </a:avLst>
          </a:prstGeom>
          <a:solidFill xmlns:a="http://schemas.openxmlformats.org/drawingml/2006/main">
            <a:srgbClr val="D96C5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F447063-1F8A-4B58-AD47-943B12559685}"/>
              </a:ext>
            </a:extLst>
          </p:cNvPr>
          <p:cNvSpPr>
            <a:spLocks xmlns:a="http://schemas.openxmlformats.org/drawingml/2006/main" noGrp="1"/>
          </p:cNvSpPr>
          <p:nvPr/>
        </p:nvSpPr>
        <p:spPr>
          <a:xfrm xmlns:a="http://schemas.openxmlformats.org/drawingml/2006/main">
            <a:off x="5924550" y="1971675"/>
            <a:ext cx="1981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550" b="1" i="0">
                <a:solidFill>
                  <a:srgbClr val="102B3F"/>
                </a:solidFill>
                <a:latin typeface="Aptos"/>
                <a:ea typeface="Aptos"/>
                <a:cs typeface="Aptos"/>
              </a:defRPr>
            </a:defPPr>
            <a:lvl1pPr algn="l">
              <a:defRPr sz="2550" b="1" i="0">
                <a:solidFill>
                  <a:srgbClr val="102B3F"/>
                </a:solidFill>
                <a:latin typeface="Aptos"/>
                <a:ea typeface="Aptos"/>
                <a:cs typeface="Aptos"/>
              </a:defRPr>
            </a:lvl1pPr>
            <a:lvl2pPr algn="l">
              <a:defRPr sz="2550" b="1" i="0">
                <a:solidFill>
                  <a:srgbClr val="102B3F"/>
                </a:solidFill>
                <a:latin typeface="Aptos"/>
                <a:ea typeface="Aptos"/>
                <a:cs typeface="Aptos"/>
              </a:defRPr>
            </a:lvl2pPr>
            <a:lvl3pPr algn="l">
              <a:defRPr sz="2550" b="1" i="0">
                <a:solidFill>
                  <a:srgbClr val="102B3F"/>
                </a:solidFill>
                <a:latin typeface="Aptos"/>
                <a:ea typeface="Aptos"/>
                <a:cs typeface="Aptos"/>
              </a:defRPr>
            </a:lvl3pPr>
            <a:lvl4pPr algn="l">
              <a:defRPr sz="2550" b="1" i="0">
                <a:solidFill>
                  <a:srgbClr val="102B3F"/>
                </a:solidFill>
                <a:latin typeface="Aptos"/>
                <a:ea typeface="Aptos"/>
                <a:cs typeface="Aptos"/>
              </a:defRPr>
            </a:lvl4pPr>
            <a:lvl5pPr algn="l">
              <a:defRPr sz="2550" b="1" i="0">
                <a:solidFill>
                  <a:srgbClr val="102B3F"/>
                </a:solidFill>
                <a:latin typeface="Aptos"/>
                <a:ea typeface="Aptos"/>
                <a:cs typeface="Aptos"/>
              </a:defRPr>
            </a:lvl5pPr>
            <a:lvl6pPr algn="l">
              <a:defRPr sz="2550" b="1" i="0">
                <a:solidFill>
                  <a:srgbClr val="102B3F"/>
                </a:solidFill>
                <a:latin typeface="Aptos"/>
                <a:ea typeface="Aptos"/>
                <a:cs typeface="Aptos"/>
              </a:defRPr>
            </a:lvl6pPr>
            <a:lvl7pPr algn="l">
              <a:defRPr sz="2550" b="1" i="0">
                <a:solidFill>
                  <a:srgbClr val="102B3F"/>
                </a:solidFill>
                <a:latin typeface="Aptos"/>
                <a:ea typeface="Aptos"/>
                <a:cs typeface="Aptos"/>
              </a:defRPr>
            </a:lvl7pPr>
            <a:lvl8pPr algn="l">
              <a:defRPr sz="2550" b="1" i="0">
                <a:solidFill>
                  <a:srgbClr val="102B3F"/>
                </a:solidFill>
                <a:latin typeface="Aptos"/>
                <a:ea typeface="Aptos"/>
                <a:cs typeface="Aptos"/>
              </a:defRPr>
            </a:lvl8pPr>
            <a:lvl9pPr algn="l">
              <a:defRPr sz="2550" b="1" i="0">
                <a:solidFill>
                  <a:srgbClr val="102B3F"/>
                </a:solidFill>
                <a:latin typeface="Aptos"/>
                <a:ea typeface="Aptos"/>
                <a:cs typeface="Aptos"/>
              </a:defRPr>
            </a:lvl9pPr>
          </a:lstStyle>
          <a:p xmlns:a="http://schemas.openxmlformats.org/drawingml/2006/main">
            <a:pPr algn="l">
              <a:defRPr sz="2550" b="1" i="0">
                <a:solidFill>
                  <a:srgbClr val="102B3F"/>
                </a:solidFill>
                <a:latin typeface="Aptos"/>
                <a:ea typeface="Aptos"/>
                <a:cs typeface="Aptos"/>
              </a:defRPr>
            </a:pPr>
            <a:r>
              <a:rPr sz="2550" b="1" i="0">
                <a:solidFill>
                  <a:srgbClr val="102B3F"/>
                </a:solidFill>
                <a:latin typeface="Aptos"/>
                <a:ea typeface="Aptos"/>
                <a:cs typeface="Aptos"/>
              </a:rPr>
              <a:t>1.574</a:t>
            </a:r>
          </a:p>
        </p:txBody>
      </p:sp>
      <p:sp>
        <p:nvSpPr>
          <p:cNvPr id="18" name="">
            <a:extLst xmlns:a="http://schemas.openxmlformats.org/drawingml/2006/main">
              <a:ext uri="{FF2B5EF4-FFF2-40B4-BE49-F238E27FC236}">
                <a16:creationId xmlns:a16="http://schemas.microsoft.com/office/drawing/2014/main" id="{B6182DFE-B343-464D-853C-5B1BCBB6BE17}"/>
              </a:ext>
            </a:extLst>
          </p:cNvPr>
          <p:cNvSpPr>
            <a:spLocks xmlns:a="http://schemas.openxmlformats.org/drawingml/2006/main" noGrp="1"/>
          </p:cNvSpPr>
          <p:nvPr/>
        </p:nvSpPr>
        <p:spPr>
          <a:xfrm xmlns:a="http://schemas.openxmlformats.org/drawingml/2006/main">
            <a:off x="5924550" y="24574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125" b="0" i="0">
                <a:solidFill>
                  <a:srgbClr val="5D7180"/>
                </a:solidFill>
                <a:latin typeface="Aptos"/>
                <a:ea typeface="Aptos"/>
                <a:cs typeface="Aptos"/>
              </a:defRPr>
            </a:defPPr>
            <a:lvl1pPr algn="l">
              <a:defRPr sz="1125" b="0" i="0">
                <a:solidFill>
                  <a:srgbClr val="5D7180"/>
                </a:solidFill>
                <a:latin typeface="Aptos"/>
                <a:ea typeface="Aptos"/>
                <a:cs typeface="Aptos"/>
              </a:defRPr>
            </a:lvl1pPr>
            <a:lvl2pPr algn="l">
              <a:defRPr sz="1125" b="0" i="0">
                <a:solidFill>
                  <a:srgbClr val="5D7180"/>
                </a:solidFill>
                <a:latin typeface="Aptos"/>
                <a:ea typeface="Aptos"/>
                <a:cs typeface="Aptos"/>
              </a:defRPr>
            </a:lvl2pPr>
            <a:lvl3pPr algn="l">
              <a:defRPr sz="1125" b="0" i="0">
                <a:solidFill>
                  <a:srgbClr val="5D7180"/>
                </a:solidFill>
                <a:latin typeface="Aptos"/>
                <a:ea typeface="Aptos"/>
                <a:cs typeface="Aptos"/>
              </a:defRPr>
            </a:lvl3pPr>
            <a:lvl4pPr algn="l">
              <a:defRPr sz="1125" b="0" i="0">
                <a:solidFill>
                  <a:srgbClr val="5D7180"/>
                </a:solidFill>
                <a:latin typeface="Aptos"/>
                <a:ea typeface="Aptos"/>
                <a:cs typeface="Aptos"/>
              </a:defRPr>
            </a:lvl4pPr>
            <a:lvl5pPr algn="l">
              <a:defRPr sz="1125" b="0" i="0">
                <a:solidFill>
                  <a:srgbClr val="5D7180"/>
                </a:solidFill>
                <a:latin typeface="Aptos"/>
                <a:ea typeface="Aptos"/>
                <a:cs typeface="Aptos"/>
              </a:defRPr>
            </a:lvl5pPr>
            <a:lvl6pPr algn="l">
              <a:defRPr sz="1125" b="0" i="0">
                <a:solidFill>
                  <a:srgbClr val="5D7180"/>
                </a:solidFill>
                <a:latin typeface="Aptos"/>
                <a:ea typeface="Aptos"/>
                <a:cs typeface="Aptos"/>
              </a:defRPr>
            </a:lvl6pPr>
            <a:lvl7pPr algn="l">
              <a:defRPr sz="1125" b="0" i="0">
                <a:solidFill>
                  <a:srgbClr val="5D7180"/>
                </a:solidFill>
                <a:latin typeface="Aptos"/>
                <a:ea typeface="Aptos"/>
                <a:cs typeface="Aptos"/>
              </a:defRPr>
            </a:lvl7pPr>
            <a:lvl8pPr algn="l">
              <a:defRPr sz="1125" b="0" i="0">
                <a:solidFill>
                  <a:srgbClr val="5D7180"/>
                </a:solidFill>
                <a:latin typeface="Aptos"/>
                <a:ea typeface="Aptos"/>
                <a:cs typeface="Aptos"/>
              </a:defRPr>
            </a:lvl8pPr>
            <a:lvl9pPr algn="l">
              <a:defRPr sz="1125" b="0" i="0">
                <a:solidFill>
                  <a:srgbClr val="5D7180"/>
                </a:solidFill>
                <a:latin typeface="Aptos"/>
                <a:ea typeface="Aptos"/>
                <a:cs typeface="Aptos"/>
              </a:defRPr>
            </a:lvl9pPr>
          </a:lstStyle>
          <a:p xmlns:a="http://schemas.openxmlformats.org/drawingml/2006/main">
            <a:pPr algn="l">
              <a:defRPr sz="1125" b="0" i="0">
                <a:solidFill>
                  <a:srgbClr val="5D7180"/>
                </a:solidFill>
                <a:latin typeface="Aptos"/>
                <a:ea typeface="Aptos"/>
                <a:cs typeface="Aptos"/>
              </a:defRPr>
            </a:pPr>
            <a:r>
              <a:rPr sz="1125" b="0" i="0">
                <a:solidFill>
                  <a:srgbClr val="5D7180"/>
                </a:solidFill>
                <a:latin typeface="Aptos"/>
                <a:ea typeface="Aptos"/>
                <a:cs typeface="Aptos"/>
              </a:rPr>
              <a:t>Excluidos</a:t>
            </a:r>
          </a:p>
        </p:txBody>
      </p:sp>
      <p:sp>
        <p:nvSpPr>
          <p:cNvPr id="19" name="">
            <a:extLst xmlns:a="http://schemas.openxmlformats.org/drawingml/2006/main">
              <a:ext uri="{FF2B5EF4-FFF2-40B4-BE49-F238E27FC236}">
                <a16:creationId xmlns:a16="http://schemas.microsoft.com/office/drawing/2014/main" id="{17D0C67D-A762-43DC-ADB2-20EBD163D639}"/>
              </a:ext>
            </a:extLst>
          </p:cNvPr>
          <p:cNvSpPr>
            <a:spLocks xmlns:a="http://schemas.openxmlformats.org/drawingml/2006/main" noGrp="1"/>
          </p:cNvSpPr>
          <p:nvPr/>
        </p:nvSpPr>
        <p:spPr>
          <a:xfrm xmlns:a="http://schemas.openxmlformats.org/drawingml/2006/main">
            <a:off x="514350" y="3276600"/>
            <a:ext cx="5181600" cy="2133600"/>
          </a:xfrm>
          <a:prstGeom xmlns:a="http://schemas.openxmlformats.org/drawingml/2006/main" prst="roundRect">
            <a:avLst>
              <a:gd name="adj" fmla="val 3571"/>
            </a:avLst>
          </a:prstGeom>
          <a:solidFill xmlns:a="http://schemas.openxmlformats.org/drawingml/2006/main">
            <a:srgbClr val="FFFFFF"/>
          </a:solidFill>
          <a:ln xmlns:a="http://schemas.openxmlformats.org/drawingml/2006/main" w="9525">
            <a:solidFill>
              <a:srgbClr val="D9E1E4"/>
            </a:solidFill>
            <a:prstDash val="solid"/>
          </a:ln>
        </p:spPr>
      </p:sp>
      <p:sp>
        <p:nvSpPr>
          <p:cNvPr id="20" name="">
            <a:extLst xmlns:a="http://schemas.openxmlformats.org/drawingml/2006/main">
              <a:ext uri="{FF2B5EF4-FFF2-40B4-BE49-F238E27FC236}">
                <a16:creationId xmlns:a16="http://schemas.microsoft.com/office/drawing/2014/main" id="{65014AC4-5409-42F6-A510-71B5982ABE18}"/>
              </a:ext>
            </a:extLst>
          </p:cNvPr>
          <p:cNvSpPr>
            <a:spLocks xmlns:a="http://schemas.openxmlformats.org/drawingml/2006/main" noGrp="1"/>
          </p:cNvSpPr>
          <p:nvPr/>
        </p:nvSpPr>
        <p:spPr>
          <a:xfrm xmlns:a="http://schemas.openxmlformats.org/drawingml/2006/main">
            <a:off x="781050" y="35052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125" b="1" i="0">
                <a:solidFill>
                  <a:srgbClr val="5D7180"/>
                </a:solidFill>
                <a:latin typeface="Aptos"/>
                <a:ea typeface="Aptos"/>
                <a:cs typeface="Aptos"/>
              </a:defRPr>
            </a:defPPr>
            <a:lvl1pPr algn="l">
              <a:defRPr sz="1125" b="1" i="0">
                <a:solidFill>
                  <a:srgbClr val="5D7180"/>
                </a:solidFill>
                <a:latin typeface="Aptos"/>
                <a:ea typeface="Aptos"/>
                <a:cs typeface="Aptos"/>
              </a:defRPr>
            </a:lvl1pPr>
            <a:lvl2pPr algn="l">
              <a:defRPr sz="1125" b="1" i="0">
                <a:solidFill>
                  <a:srgbClr val="5D7180"/>
                </a:solidFill>
                <a:latin typeface="Aptos"/>
                <a:ea typeface="Aptos"/>
                <a:cs typeface="Aptos"/>
              </a:defRPr>
            </a:lvl2pPr>
            <a:lvl3pPr algn="l">
              <a:defRPr sz="1125" b="1" i="0">
                <a:solidFill>
                  <a:srgbClr val="5D7180"/>
                </a:solidFill>
                <a:latin typeface="Aptos"/>
                <a:ea typeface="Aptos"/>
                <a:cs typeface="Aptos"/>
              </a:defRPr>
            </a:lvl3pPr>
            <a:lvl4pPr algn="l">
              <a:defRPr sz="1125" b="1" i="0">
                <a:solidFill>
                  <a:srgbClr val="5D7180"/>
                </a:solidFill>
                <a:latin typeface="Aptos"/>
                <a:ea typeface="Aptos"/>
                <a:cs typeface="Aptos"/>
              </a:defRPr>
            </a:lvl4pPr>
            <a:lvl5pPr algn="l">
              <a:defRPr sz="1125" b="1" i="0">
                <a:solidFill>
                  <a:srgbClr val="5D7180"/>
                </a:solidFill>
                <a:latin typeface="Aptos"/>
                <a:ea typeface="Aptos"/>
                <a:cs typeface="Aptos"/>
              </a:defRPr>
            </a:lvl5pPr>
            <a:lvl6pPr algn="l">
              <a:defRPr sz="1125" b="1" i="0">
                <a:solidFill>
                  <a:srgbClr val="5D7180"/>
                </a:solidFill>
                <a:latin typeface="Aptos"/>
                <a:ea typeface="Aptos"/>
                <a:cs typeface="Aptos"/>
              </a:defRPr>
            </a:lvl6pPr>
            <a:lvl7pPr algn="l">
              <a:defRPr sz="1125" b="1" i="0">
                <a:solidFill>
                  <a:srgbClr val="5D7180"/>
                </a:solidFill>
                <a:latin typeface="Aptos"/>
                <a:ea typeface="Aptos"/>
                <a:cs typeface="Aptos"/>
              </a:defRPr>
            </a:lvl7pPr>
            <a:lvl8pPr algn="l">
              <a:defRPr sz="1125" b="1" i="0">
                <a:solidFill>
                  <a:srgbClr val="5D7180"/>
                </a:solidFill>
                <a:latin typeface="Aptos"/>
                <a:ea typeface="Aptos"/>
                <a:cs typeface="Aptos"/>
              </a:defRPr>
            </a:lvl8pPr>
            <a:lvl9pPr algn="l">
              <a:defRPr sz="1125" b="1" i="0">
                <a:solidFill>
                  <a:srgbClr val="5D7180"/>
                </a:solidFill>
                <a:latin typeface="Aptos"/>
                <a:ea typeface="Aptos"/>
                <a:cs typeface="Aptos"/>
              </a:defRPr>
            </a:lvl9pPr>
          </a:lstStyle>
          <a:p xmlns:a="http://schemas.openxmlformats.org/drawingml/2006/main">
            <a:pPr algn="l">
              <a:defRPr sz="1125" b="1" i="0">
                <a:solidFill>
                  <a:srgbClr val="5D7180"/>
                </a:solidFill>
                <a:latin typeface="Aptos"/>
                <a:ea typeface="Aptos"/>
                <a:cs typeface="Aptos"/>
              </a:defRPr>
            </a:pPr>
            <a:r>
              <a:rPr sz="1125" b="1" i="0">
                <a:solidFill>
                  <a:srgbClr val="5D7180"/>
                </a:solidFill>
                <a:latin typeface="Aptos"/>
                <a:ea typeface="Aptos"/>
                <a:cs typeface="Aptos"/>
              </a:rPr>
              <a:t>ÉXITO</a:t>
            </a:r>
          </a:p>
        </p:txBody>
      </p:sp>
      <p:sp>
        <p:nvSpPr>
          <p:cNvPr id="21" name="">
            <a:extLst xmlns:a="http://schemas.openxmlformats.org/drawingml/2006/main">
              <a:ext uri="{FF2B5EF4-FFF2-40B4-BE49-F238E27FC236}">
                <a16:creationId xmlns:a16="http://schemas.microsoft.com/office/drawing/2014/main" id="{3488642C-D2C5-4BE5-8C9B-9F4A9E2F6EC0}"/>
              </a:ext>
            </a:extLst>
          </p:cNvPr>
          <p:cNvSpPr>
            <a:spLocks xmlns:a="http://schemas.openxmlformats.org/drawingml/2006/main" noGrp="1"/>
          </p:cNvSpPr>
          <p:nvPr/>
        </p:nvSpPr>
        <p:spPr>
          <a:xfrm xmlns:a="http://schemas.openxmlformats.org/drawingml/2006/main">
            <a:off x="781050" y="3886200"/>
            <a:ext cx="1714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925" b="1" i="0">
                <a:solidFill>
                  <a:srgbClr val="00A6A6"/>
                </a:solidFill>
                <a:latin typeface="Aptos"/>
                <a:ea typeface="Aptos"/>
                <a:cs typeface="Aptos"/>
              </a:defRPr>
            </a:defPPr>
            <a:lvl1pPr algn="l">
              <a:defRPr sz="2925" b="1" i="0">
                <a:solidFill>
                  <a:srgbClr val="00A6A6"/>
                </a:solidFill>
                <a:latin typeface="Aptos"/>
                <a:ea typeface="Aptos"/>
                <a:cs typeface="Aptos"/>
              </a:defRPr>
            </a:lvl1pPr>
            <a:lvl2pPr algn="l">
              <a:defRPr sz="2925" b="1" i="0">
                <a:solidFill>
                  <a:srgbClr val="00A6A6"/>
                </a:solidFill>
                <a:latin typeface="Aptos"/>
                <a:ea typeface="Aptos"/>
                <a:cs typeface="Aptos"/>
              </a:defRPr>
            </a:lvl2pPr>
            <a:lvl3pPr algn="l">
              <a:defRPr sz="2925" b="1" i="0">
                <a:solidFill>
                  <a:srgbClr val="00A6A6"/>
                </a:solidFill>
                <a:latin typeface="Aptos"/>
                <a:ea typeface="Aptos"/>
                <a:cs typeface="Aptos"/>
              </a:defRPr>
            </a:lvl3pPr>
            <a:lvl4pPr algn="l">
              <a:defRPr sz="2925" b="1" i="0">
                <a:solidFill>
                  <a:srgbClr val="00A6A6"/>
                </a:solidFill>
                <a:latin typeface="Aptos"/>
                <a:ea typeface="Aptos"/>
                <a:cs typeface="Aptos"/>
              </a:defRPr>
            </a:lvl4pPr>
            <a:lvl5pPr algn="l">
              <a:defRPr sz="2925" b="1" i="0">
                <a:solidFill>
                  <a:srgbClr val="00A6A6"/>
                </a:solidFill>
                <a:latin typeface="Aptos"/>
                <a:ea typeface="Aptos"/>
                <a:cs typeface="Aptos"/>
              </a:defRPr>
            </a:lvl5pPr>
            <a:lvl6pPr algn="l">
              <a:defRPr sz="2925" b="1" i="0">
                <a:solidFill>
                  <a:srgbClr val="00A6A6"/>
                </a:solidFill>
                <a:latin typeface="Aptos"/>
                <a:ea typeface="Aptos"/>
                <a:cs typeface="Aptos"/>
              </a:defRPr>
            </a:lvl6pPr>
            <a:lvl7pPr algn="l">
              <a:defRPr sz="2925" b="1" i="0">
                <a:solidFill>
                  <a:srgbClr val="00A6A6"/>
                </a:solidFill>
                <a:latin typeface="Aptos"/>
                <a:ea typeface="Aptos"/>
                <a:cs typeface="Aptos"/>
              </a:defRPr>
            </a:lvl7pPr>
            <a:lvl8pPr algn="l">
              <a:defRPr sz="2925" b="1" i="0">
                <a:solidFill>
                  <a:srgbClr val="00A6A6"/>
                </a:solidFill>
                <a:latin typeface="Aptos"/>
                <a:ea typeface="Aptos"/>
                <a:cs typeface="Aptos"/>
              </a:defRPr>
            </a:lvl8pPr>
            <a:lvl9pPr algn="l">
              <a:defRPr sz="2925" b="1" i="0">
                <a:solidFill>
                  <a:srgbClr val="00A6A6"/>
                </a:solidFill>
                <a:latin typeface="Aptos"/>
                <a:ea typeface="Aptos"/>
                <a:cs typeface="Aptos"/>
              </a:defRPr>
            </a:lvl9pPr>
          </a:lstStyle>
          <a:p xmlns:a="http://schemas.openxmlformats.org/drawingml/2006/main">
            <a:pPr algn="l">
              <a:defRPr sz="2925" b="1" i="0">
                <a:solidFill>
                  <a:srgbClr val="00A6A6"/>
                </a:solidFill>
                <a:latin typeface="Aptos"/>
                <a:ea typeface="Aptos"/>
                <a:cs typeface="Aptos"/>
              </a:defRPr>
            </a:pPr>
            <a:r>
              <a:rPr sz="2925" b="1" i="0">
                <a:solidFill>
                  <a:srgbClr val="00A6A6"/>
                </a:solidFill>
                <a:latin typeface="Aptos"/>
                <a:ea typeface="Aptos"/>
                <a:cs typeface="Aptos"/>
              </a:rPr>
              <a:t>1.809</a:t>
            </a:r>
          </a:p>
        </p:txBody>
      </p:sp>
      <p:sp>
        <p:nvSpPr>
          <p:cNvPr id="22" name="">
            <a:extLst xmlns:a="http://schemas.openxmlformats.org/drawingml/2006/main">
              <a:ext uri="{FF2B5EF4-FFF2-40B4-BE49-F238E27FC236}">
                <a16:creationId xmlns:a16="http://schemas.microsoft.com/office/drawing/2014/main" id="{E5114267-1F2F-48B7-8B83-55C3E087D2FB}"/>
              </a:ext>
            </a:extLst>
          </p:cNvPr>
          <p:cNvSpPr>
            <a:spLocks xmlns:a="http://schemas.openxmlformats.org/drawingml/2006/main" noGrp="1"/>
          </p:cNvSpPr>
          <p:nvPr/>
        </p:nvSpPr>
        <p:spPr>
          <a:xfrm xmlns:a="http://schemas.openxmlformats.org/drawingml/2006/main">
            <a:off x="781050" y="4514850"/>
            <a:ext cx="4381500" cy="228600"/>
          </a:xfrm>
          <a:prstGeom xmlns:a="http://schemas.openxmlformats.org/drawingml/2006/main" prst="roundRect">
            <a:avLst>
              <a:gd name="adj" fmla="val 33333"/>
            </a:avLst>
          </a:prstGeom>
          <a:solidFill xmlns:a="http://schemas.openxmlformats.org/drawingml/2006/main">
            <a:srgbClr val="E9EFF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D82C4E6B-2978-409E-B090-4B09BE45C263}"/>
              </a:ext>
            </a:extLst>
          </p:cNvPr>
          <p:cNvSpPr>
            <a:spLocks xmlns:a="http://schemas.openxmlformats.org/drawingml/2006/main" noGrp="1"/>
          </p:cNvSpPr>
          <p:nvPr/>
        </p:nvSpPr>
        <p:spPr>
          <a:xfrm xmlns:a="http://schemas.openxmlformats.org/drawingml/2006/main">
            <a:off x="781050" y="4514850"/>
            <a:ext cx="2454671" cy="228600"/>
          </a:xfrm>
          <a:prstGeom xmlns:a="http://schemas.openxmlformats.org/drawingml/2006/main" prst="roundRect">
            <a:avLst>
              <a:gd name="adj" fmla="val 33333"/>
            </a:avLst>
          </a:prstGeom>
          <a:solidFill xmlns:a="http://schemas.openxmlformats.org/drawingml/2006/main">
            <a:srgbClr val="00A6A6"/>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003D7CF-B44E-46A1-A7CA-B8BC1AC68563}"/>
              </a:ext>
            </a:extLst>
          </p:cNvPr>
          <p:cNvSpPr>
            <a:spLocks xmlns:a="http://schemas.openxmlformats.org/drawingml/2006/main" noGrp="1"/>
          </p:cNvSpPr>
          <p:nvPr/>
        </p:nvSpPr>
        <p:spPr>
          <a:xfrm xmlns:a="http://schemas.openxmlformats.org/drawingml/2006/main">
            <a:off x="781050" y="489585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00" b="0" i="0">
                <a:solidFill>
                  <a:srgbClr val="5D7180"/>
                </a:solidFill>
                <a:latin typeface="Aptos"/>
                <a:ea typeface="Aptos"/>
                <a:cs typeface="Aptos"/>
              </a:defRPr>
            </a:defPPr>
            <a:lvl1pPr algn="l">
              <a:defRPr sz="1200" b="0" i="0">
                <a:solidFill>
                  <a:srgbClr val="5D7180"/>
                </a:solidFill>
                <a:latin typeface="Aptos"/>
                <a:ea typeface="Aptos"/>
                <a:cs typeface="Aptos"/>
              </a:defRPr>
            </a:lvl1pPr>
            <a:lvl2pPr algn="l">
              <a:defRPr sz="1200" b="0" i="0">
                <a:solidFill>
                  <a:srgbClr val="5D7180"/>
                </a:solidFill>
                <a:latin typeface="Aptos"/>
                <a:ea typeface="Aptos"/>
                <a:cs typeface="Aptos"/>
              </a:defRPr>
            </a:lvl2pPr>
            <a:lvl3pPr algn="l">
              <a:defRPr sz="1200" b="0" i="0">
                <a:solidFill>
                  <a:srgbClr val="5D7180"/>
                </a:solidFill>
                <a:latin typeface="Aptos"/>
                <a:ea typeface="Aptos"/>
                <a:cs typeface="Aptos"/>
              </a:defRPr>
            </a:lvl3pPr>
            <a:lvl4pPr algn="l">
              <a:defRPr sz="1200" b="0" i="0">
                <a:solidFill>
                  <a:srgbClr val="5D7180"/>
                </a:solidFill>
                <a:latin typeface="Aptos"/>
                <a:ea typeface="Aptos"/>
                <a:cs typeface="Aptos"/>
              </a:defRPr>
            </a:lvl4pPr>
            <a:lvl5pPr algn="l">
              <a:defRPr sz="1200" b="0" i="0">
                <a:solidFill>
                  <a:srgbClr val="5D7180"/>
                </a:solidFill>
                <a:latin typeface="Aptos"/>
                <a:ea typeface="Aptos"/>
                <a:cs typeface="Aptos"/>
              </a:defRPr>
            </a:lvl5pPr>
            <a:lvl6pPr algn="l">
              <a:defRPr sz="1200" b="0" i="0">
                <a:solidFill>
                  <a:srgbClr val="5D7180"/>
                </a:solidFill>
                <a:latin typeface="Aptos"/>
                <a:ea typeface="Aptos"/>
                <a:cs typeface="Aptos"/>
              </a:defRPr>
            </a:lvl6pPr>
            <a:lvl7pPr algn="l">
              <a:defRPr sz="1200" b="0" i="0">
                <a:solidFill>
                  <a:srgbClr val="5D7180"/>
                </a:solidFill>
                <a:latin typeface="Aptos"/>
                <a:ea typeface="Aptos"/>
                <a:cs typeface="Aptos"/>
              </a:defRPr>
            </a:lvl7pPr>
            <a:lvl8pPr algn="l">
              <a:defRPr sz="1200" b="0" i="0">
                <a:solidFill>
                  <a:srgbClr val="5D7180"/>
                </a:solidFill>
                <a:latin typeface="Aptos"/>
                <a:ea typeface="Aptos"/>
                <a:cs typeface="Aptos"/>
              </a:defRPr>
            </a:lvl8pPr>
            <a:lvl9pPr algn="l">
              <a:defRPr sz="1200" b="0" i="0">
                <a:solidFill>
                  <a:srgbClr val="5D7180"/>
                </a:solidFill>
                <a:latin typeface="Aptos"/>
                <a:ea typeface="Aptos"/>
                <a:cs typeface="Aptos"/>
              </a:defRPr>
            </a:lvl9pPr>
          </a:lstStyle>
          <a:p xmlns:a="http://schemas.openxmlformats.org/drawingml/2006/main">
            <a:pPr algn="l">
              <a:defRPr sz="1200" b="0" i="0">
                <a:solidFill>
                  <a:srgbClr val="5D7180"/>
                </a:solidFill>
                <a:latin typeface="Aptos"/>
                <a:ea typeface="Aptos"/>
                <a:cs typeface="Aptos"/>
              </a:defRPr>
            </a:pPr>
            <a:r>
              <a:rPr sz="1200" b="0" i="0">
                <a:solidFill>
                  <a:srgbClr val="5D7180"/>
                </a:solidFill>
                <a:latin typeface="Aptos"/>
                <a:ea typeface="Aptos"/>
                <a:cs typeface="Aptos"/>
              </a:rPr>
              <a:t>56,0% de la muestra etiquetada</a:t>
            </a:r>
          </a:p>
        </p:txBody>
      </p:sp>
      <p:sp>
        <p:nvSpPr>
          <p:cNvPr id="25" name="">
            <a:extLst xmlns:a="http://schemas.openxmlformats.org/drawingml/2006/main">
              <a:ext uri="{FF2B5EF4-FFF2-40B4-BE49-F238E27FC236}">
                <a16:creationId xmlns:a16="http://schemas.microsoft.com/office/drawing/2014/main" id="{AC811A9F-C991-44C5-8E81-80A9E4E1E8B5}"/>
              </a:ext>
            </a:extLst>
          </p:cNvPr>
          <p:cNvSpPr>
            <a:spLocks xmlns:a="http://schemas.openxmlformats.org/drawingml/2006/main" noGrp="1"/>
          </p:cNvSpPr>
          <p:nvPr/>
        </p:nvSpPr>
        <p:spPr>
          <a:xfrm xmlns:a="http://schemas.openxmlformats.org/drawingml/2006/main">
            <a:off x="5943600" y="3276600"/>
            <a:ext cx="5181600" cy="2133600"/>
          </a:xfrm>
          <a:prstGeom xmlns:a="http://schemas.openxmlformats.org/drawingml/2006/main" prst="roundRect">
            <a:avLst>
              <a:gd name="adj" fmla="val 3571"/>
            </a:avLst>
          </a:prstGeom>
          <a:solidFill xmlns:a="http://schemas.openxmlformats.org/drawingml/2006/main">
            <a:srgbClr val="FFFFFF"/>
          </a:solidFill>
          <a:ln xmlns:a="http://schemas.openxmlformats.org/drawingml/2006/main" w="9525">
            <a:solidFill>
              <a:srgbClr val="D9E1E4"/>
            </a:solidFill>
            <a:prstDash val="solid"/>
          </a:ln>
        </p:spPr>
      </p:sp>
      <p:sp>
        <p:nvSpPr>
          <p:cNvPr id="26" name="">
            <a:extLst xmlns:a="http://schemas.openxmlformats.org/drawingml/2006/main">
              <a:ext uri="{FF2B5EF4-FFF2-40B4-BE49-F238E27FC236}">
                <a16:creationId xmlns:a16="http://schemas.microsoft.com/office/drawing/2014/main" id="{9B3CC947-FC4C-4FA7-A3B9-C3F042E53F70}"/>
              </a:ext>
            </a:extLst>
          </p:cNvPr>
          <p:cNvSpPr>
            <a:spLocks xmlns:a="http://schemas.openxmlformats.org/drawingml/2006/main" noGrp="1"/>
          </p:cNvSpPr>
          <p:nvPr/>
        </p:nvSpPr>
        <p:spPr>
          <a:xfrm xmlns:a="http://schemas.openxmlformats.org/drawingml/2006/main">
            <a:off x="6210300" y="35052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125" b="1" i="0">
                <a:solidFill>
                  <a:srgbClr val="5D7180"/>
                </a:solidFill>
                <a:latin typeface="Aptos"/>
                <a:ea typeface="Aptos"/>
                <a:cs typeface="Aptos"/>
              </a:defRPr>
            </a:defPPr>
            <a:lvl1pPr algn="l">
              <a:defRPr sz="1125" b="1" i="0">
                <a:solidFill>
                  <a:srgbClr val="5D7180"/>
                </a:solidFill>
                <a:latin typeface="Aptos"/>
                <a:ea typeface="Aptos"/>
                <a:cs typeface="Aptos"/>
              </a:defRPr>
            </a:lvl1pPr>
            <a:lvl2pPr algn="l">
              <a:defRPr sz="1125" b="1" i="0">
                <a:solidFill>
                  <a:srgbClr val="5D7180"/>
                </a:solidFill>
                <a:latin typeface="Aptos"/>
                <a:ea typeface="Aptos"/>
                <a:cs typeface="Aptos"/>
              </a:defRPr>
            </a:lvl2pPr>
            <a:lvl3pPr algn="l">
              <a:defRPr sz="1125" b="1" i="0">
                <a:solidFill>
                  <a:srgbClr val="5D7180"/>
                </a:solidFill>
                <a:latin typeface="Aptos"/>
                <a:ea typeface="Aptos"/>
                <a:cs typeface="Aptos"/>
              </a:defRPr>
            </a:lvl3pPr>
            <a:lvl4pPr algn="l">
              <a:defRPr sz="1125" b="1" i="0">
                <a:solidFill>
                  <a:srgbClr val="5D7180"/>
                </a:solidFill>
                <a:latin typeface="Aptos"/>
                <a:ea typeface="Aptos"/>
                <a:cs typeface="Aptos"/>
              </a:defRPr>
            </a:lvl4pPr>
            <a:lvl5pPr algn="l">
              <a:defRPr sz="1125" b="1" i="0">
                <a:solidFill>
                  <a:srgbClr val="5D7180"/>
                </a:solidFill>
                <a:latin typeface="Aptos"/>
                <a:ea typeface="Aptos"/>
                <a:cs typeface="Aptos"/>
              </a:defRPr>
            </a:lvl5pPr>
            <a:lvl6pPr algn="l">
              <a:defRPr sz="1125" b="1" i="0">
                <a:solidFill>
                  <a:srgbClr val="5D7180"/>
                </a:solidFill>
                <a:latin typeface="Aptos"/>
                <a:ea typeface="Aptos"/>
                <a:cs typeface="Aptos"/>
              </a:defRPr>
            </a:lvl6pPr>
            <a:lvl7pPr algn="l">
              <a:defRPr sz="1125" b="1" i="0">
                <a:solidFill>
                  <a:srgbClr val="5D7180"/>
                </a:solidFill>
                <a:latin typeface="Aptos"/>
                <a:ea typeface="Aptos"/>
                <a:cs typeface="Aptos"/>
              </a:defRPr>
            </a:lvl7pPr>
            <a:lvl8pPr algn="l">
              <a:defRPr sz="1125" b="1" i="0">
                <a:solidFill>
                  <a:srgbClr val="5D7180"/>
                </a:solidFill>
                <a:latin typeface="Aptos"/>
                <a:ea typeface="Aptos"/>
                <a:cs typeface="Aptos"/>
              </a:defRPr>
            </a:lvl8pPr>
            <a:lvl9pPr algn="l">
              <a:defRPr sz="1125" b="1" i="0">
                <a:solidFill>
                  <a:srgbClr val="5D7180"/>
                </a:solidFill>
                <a:latin typeface="Aptos"/>
                <a:ea typeface="Aptos"/>
                <a:cs typeface="Aptos"/>
              </a:defRPr>
            </a:lvl9pPr>
          </a:lstStyle>
          <a:p xmlns:a="http://schemas.openxmlformats.org/drawingml/2006/main">
            <a:pPr algn="l">
              <a:defRPr sz="1125" b="1" i="0">
                <a:solidFill>
                  <a:srgbClr val="5D7180"/>
                </a:solidFill>
                <a:latin typeface="Aptos"/>
                <a:ea typeface="Aptos"/>
                <a:cs typeface="Aptos"/>
              </a:defRPr>
            </a:pPr>
            <a:r>
              <a:rPr sz="1125" b="1" i="0">
                <a:solidFill>
                  <a:srgbClr val="5D7180"/>
                </a:solidFill>
                <a:latin typeface="Aptos"/>
                <a:ea typeface="Aptos"/>
                <a:cs typeface="Aptos"/>
              </a:rPr>
              <a:t>FRACASO</a:t>
            </a:r>
          </a:p>
        </p:txBody>
      </p:sp>
      <p:sp>
        <p:nvSpPr>
          <p:cNvPr id="27" name="">
            <a:extLst xmlns:a="http://schemas.openxmlformats.org/drawingml/2006/main">
              <a:ext uri="{FF2B5EF4-FFF2-40B4-BE49-F238E27FC236}">
                <a16:creationId xmlns:a16="http://schemas.microsoft.com/office/drawing/2014/main" id="{403FE9B6-4BF3-4136-8EE6-394CB52AF894}"/>
              </a:ext>
            </a:extLst>
          </p:cNvPr>
          <p:cNvSpPr>
            <a:spLocks xmlns:a="http://schemas.openxmlformats.org/drawingml/2006/main" noGrp="1"/>
          </p:cNvSpPr>
          <p:nvPr/>
        </p:nvSpPr>
        <p:spPr>
          <a:xfrm xmlns:a="http://schemas.openxmlformats.org/drawingml/2006/main">
            <a:off x="6210300" y="3886200"/>
            <a:ext cx="1714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925" b="1" i="0">
                <a:solidFill>
                  <a:srgbClr val="D96C54"/>
                </a:solidFill>
                <a:latin typeface="Aptos"/>
                <a:ea typeface="Aptos"/>
                <a:cs typeface="Aptos"/>
              </a:defRPr>
            </a:defPPr>
            <a:lvl1pPr algn="l">
              <a:defRPr sz="2925" b="1" i="0">
                <a:solidFill>
                  <a:srgbClr val="D96C54"/>
                </a:solidFill>
                <a:latin typeface="Aptos"/>
                <a:ea typeface="Aptos"/>
                <a:cs typeface="Aptos"/>
              </a:defRPr>
            </a:lvl1pPr>
            <a:lvl2pPr algn="l">
              <a:defRPr sz="2925" b="1" i="0">
                <a:solidFill>
                  <a:srgbClr val="D96C54"/>
                </a:solidFill>
                <a:latin typeface="Aptos"/>
                <a:ea typeface="Aptos"/>
                <a:cs typeface="Aptos"/>
              </a:defRPr>
            </a:lvl2pPr>
            <a:lvl3pPr algn="l">
              <a:defRPr sz="2925" b="1" i="0">
                <a:solidFill>
                  <a:srgbClr val="D96C54"/>
                </a:solidFill>
                <a:latin typeface="Aptos"/>
                <a:ea typeface="Aptos"/>
                <a:cs typeface="Aptos"/>
              </a:defRPr>
            </a:lvl3pPr>
            <a:lvl4pPr algn="l">
              <a:defRPr sz="2925" b="1" i="0">
                <a:solidFill>
                  <a:srgbClr val="D96C54"/>
                </a:solidFill>
                <a:latin typeface="Aptos"/>
                <a:ea typeface="Aptos"/>
                <a:cs typeface="Aptos"/>
              </a:defRPr>
            </a:lvl4pPr>
            <a:lvl5pPr algn="l">
              <a:defRPr sz="2925" b="1" i="0">
                <a:solidFill>
                  <a:srgbClr val="D96C54"/>
                </a:solidFill>
                <a:latin typeface="Aptos"/>
                <a:ea typeface="Aptos"/>
                <a:cs typeface="Aptos"/>
              </a:defRPr>
            </a:lvl5pPr>
            <a:lvl6pPr algn="l">
              <a:defRPr sz="2925" b="1" i="0">
                <a:solidFill>
                  <a:srgbClr val="D96C54"/>
                </a:solidFill>
                <a:latin typeface="Aptos"/>
                <a:ea typeface="Aptos"/>
                <a:cs typeface="Aptos"/>
              </a:defRPr>
            </a:lvl6pPr>
            <a:lvl7pPr algn="l">
              <a:defRPr sz="2925" b="1" i="0">
                <a:solidFill>
                  <a:srgbClr val="D96C54"/>
                </a:solidFill>
                <a:latin typeface="Aptos"/>
                <a:ea typeface="Aptos"/>
                <a:cs typeface="Aptos"/>
              </a:defRPr>
            </a:lvl7pPr>
            <a:lvl8pPr algn="l">
              <a:defRPr sz="2925" b="1" i="0">
                <a:solidFill>
                  <a:srgbClr val="D96C54"/>
                </a:solidFill>
                <a:latin typeface="Aptos"/>
                <a:ea typeface="Aptos"/>
                <a:cs typeface="Aptos"/>
              </a:defRPr>
            </a:lvl8pPr>
            <a:lvl9pPr algn="l">
              <a:defRPr sz="2925" b="1" i="0">
                <a:solidFill>
                  <a:srgbClr val="D96C54"/>
                </a:solidFill>
                <a:latin typeface="Aptos"/>
                <a:ea typeface="Aptos"/>
                <a:cs typeface="Aptos"/>
              </a:defRPr>
            </a:lvl9pPr>
          </a:lstStyle>
          <a:p xmlns:a="http://schemas.openxmlformats.org/drawingml/2006/main">
            <a:pPr algn="l">
              <a:defRPr sz="2925" b="1" i="0">
                <a:solidFill>
                  <a:srgbClr val="D96C54"/>
                </a:solidFill>
                <a:latin typeface="Aptos"/>
                <a:ea typeface="Aptos"/>
                <a:cs typeface="Aptos"/>
              </a:defRPr>
            </a:pPr>
            <a:r>
              <a:rPr sz="2925" b="1" i="0">
                <a:solidFill>
                  <a:srgbClr val="D96C54"/>
                </a:solidFill>
                <a:latin typeface="Aptos"/>
                <a:ea typeface="Aptos"/>
                <a:cs typeface="Aptos"/>
              </a:rPr>
              <a:t>1.420</a:t>
            </a:r>
          </a:p>
        </p:txBody>
      </p:sp>
      <p:sp>
        <p:nvSpPr>
          <p:cNvPr id="28" name="">
            <a:extLst xmlns:a="http://schemas.openxmlformats.org/drawingml/2006/main">
              <a:ext uri="{FF2B5EF4-FFF2-40B4-BE49-F238E27FC236}">
                <a16:creationId xmlns:a16="http://schemas.microsoft.com/office/drawing/2014/main" id="{41AA8110-E71C-4243-9FFE-811A42554EAC}"/>
              </a:ext>
            </a:extLst>
          </p:cNvPr>
          <p:cNvSpPr>
            <a:spLocks xmlns:a="http://schemas.openxmlformats.org/drawingml/2006/main" noGrp="1"/>
          </p:cNvSpPr>
          <p:nvPr/>
        </p:nvSpPr>
        <p:spPr>
          <a:xfrm xmlns:a="http://schemas.openxmlformats.org/drawingml/2006/main">
            <a:off x="6210300" y="4514850"/>
            <a:ext cx="4381500" cy="228600"/>
          </a:xfrm>
          <a:prstGeom xmlns:a="http://schemas.openxmlformats.org/drawingml/2006/main" prst="roundRect">
            <a:avLst>
              <a:gd name="adj" fmla="val 33333"/>
            </a:avLst>
          </a:prstGeom>
          <a:solidFill xmlns:a="http://schemas.openxmlformats.org/drawingml/2006/main">
            <a:srgbClr val="E9EFF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335274A1-1516-44E9-8FDA-17EDED77C765}"/>
              </a:ext>
            </a:extLst>
          </p:cNvPr>
          <p:cNvSpPr>
            <a:spLocks xmlns:a="http://schemas.openxmlformats.org/drawingml/2006/main" noGrp="1"/>
          </p:cNvSpPr>
          <p:nvPr/>
        </p:nvSpPr>
        <p:spPr>
          <a:xfrm xmlns:a="http://schemas.openxmlformats.org/drawingml/2006/main">
            <a:off x="6210300" y="4514850"/>
            <a:ext cx="1926829" cy="228600"/>
          </a:xfrm>
          <a:prstGeom xmlns:a="http://schemas.openxmlformats.org/drawingml/2006/main" prst="roundRect">
            <a:avLst>
              <a:gd name="adj" fmla="val 33333"/>
            </a:avLst>
          </a:prstGeom>
          <a:solidFill xmlns:a="http://schemas.openxmlformats.org/drawingml/2006/main">
            <a:srgbClr val="D96C54"/>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A2B36404-451A-479C-8B7E-AC2C7F8C28CC}"/>
              </a:ext>
            </a:extLst>
          </p:cNvPr>
          <p:cNvSpPr>
            <a:spLocks xmlns:a="http://schemas.openxmlformats.org/drawingml/2006/main" noGrp="1"/>
          </p:cNvSpPr>
          <p:nvPr/>
        </p:nvSpPr>
        <p:spPr>
          <a:xfrm xmlns:a="http://schemas.openxmlformats.org/drawingml/2006/main">
            <a:off x="6210300" y="489585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00" b="0" i="0">
                <a:solidFill>
                  <a:srgbClr val="5D7180"/>
                </a:solidFill>
                <a:latin typeface="Aptos"/>
                <a:ea typeface="Aptos"/>
                <a:cs typeface="Aptos"/>
              </a:defRPr>
            </a:defPPr>
            <a:lvl1pPr algn="l">
              <a:defRPr sz="1200" b="0" i="0">
                <a:solidFill>
                  <a:srgbClr val="5D7180"/>
                </a:solidFill>
                <a:latin typeface="Aptos"/>
                <a:ea typeface="Aptos"/>
                <a:cs typeface="Aptos"/>
              </a:defRPr>
            </a:lvl1pPr>
            <a:lvl2pPr algn="l">
              <a:defRPr sz="1200" b="0" i="0">
                <a:solidFill>
                  <a:srgbClr val="5D7180"/>
                </a:solidFill>
                <a:latin typeface="Aptos"/>
                <a:ea typeface="Aptos"/>
                <a:cs typeface="Aptos"/>
              </a:defRPr>
            </a:lvl2pPr>
            <a:lvl3pPr algn="l">
              <a:defRPr sz="1200" b="0" i="0">
                <a:solidFill>
                  <a:srgbClr val="5D7180"/>
                </a:solidFill>
                <a:latin typeface="Aptos"/>
                <a:ea typeface="Aptos"/>
                <a:cs typeface="Aptos"/>
              </a:defRPr>
            </a:lvl3pPr>
            <a:lvl4pPr algn="l">
              <a:defRPr sz="1200" b="0" i="0">
                <a:solidFill>
                  <a:srgbClr val="5D7180"/>
                </a:solidFill>
                <a:latin typeface="Aptos"/>
                <a:ea typeface="Aptos"/>
                <a:cs typeface="Aptos"/>
              </a:defRPr>
            </a:lvl4pPr>
            <a:lvl5pPr algn="l">
              <a:defRPr sz="1200" b="0" i="0">
                <a:solidFill>
                  <a:srgbClr val="5D7180"/>
                </a:solidFill>
                <a:latin typeface="Aptos"/>
                <a:ea typeface="Aptos"/>
                <a:cs typeface="Aptos"/>
              </a:defRPr>
            </a:lvl5pPr>
            <a:lvl6pPr algn="l">
              <a:defRPr sz="1200" b="0" i="0">
                <a:solidFill>
                  <a:srgbClr val="5D7180"/>
                </a:solidFill>
                <a:latin typeface="Aptos"/>
                <a:ea typeface="Aptos"/>
                <a:cs typeface="Aptos"/>
              </a:defRPr>
            </a:lvl6pPr>
            <a:lvl7pPr algn="l">
              <a:defRPr sz="1200" b="0" i="0">
                <a:solidFill>
                  <a:srgbClr val="5D7180"/>
                </a:solidFill>
                <a:latin typeface="Aptos"/>
                <a:ea typeface="Aptos"/>
                <a:cs typeface="Aptos"/>
              </a:defRPr>
            </a:lvl7pPr>
            <a:lvl8pPr algn="l">
              <a:defRPr sz="1200" b="0" i="0">
                <a:solidFill>
                  <a:srgbClr val="5D7180"/>
                </a:solidFill>
                <a:latin typeface="Aptos"/>
                <a:ea typeface="Aptos"/>
                <a:cs typeface="Aptos"/>
              </a:defRPr>
            </a:lvl8pPr>
            <a:lvl9pPr algn="l">
              <a:defRPr sz="1200" b="0" i="0">
                <a:solidFill>
                  <a:srgbClr val="5D7180"/>
                </a:solidFill>
                <a:latin typeface="Aptos"/>
                <a:ea typeface="Aptos"/>
                <a:cs typeface="Aptos"/>
              </a:defRPr>
            </a:lvl9pPr>
          </a:lstStyle>
          <a:p xmlns:a="http://schemas.openxmlformats.org/drawingml/2006/main">
            <a:pPr algn="l">
              <a:defRPr sz="1200" b="0" i="0">
                <a:solidFill>
                  <a:srgbClr val="5D7180"/>
                </a:solidFill>
                <a:latin typeface="Aptos"/>
                <a:ea typeface="Aptos"/>
                <a:cs typeface="Aptos"/>
              </a:defRPr>
            </a:pPr>
            <a:r>
              <a:rPr sz="1200" b="0" i="0">
                <a:solidFill>
                  <a:srgbClr val="5D7180"/>
                </a:solidFill>
                <a:latin typeface="Aptos"/>
                <a:ea typeface="Aptos"/>
                <a:cs typeface="Aptos"/>
              </a:rPr>
              <a:t>44,0% de la muestra etiquetada</a:t>
            </a:r>
          </a:p>
        </p:txBody>
      </p:sp>
      <p:sp>
        <p:nvSpPr>
          <p:cNvPr id="31" name="">
            <a:extLst xmlns:a="http://schemas.openxmlformats.org/drawingml/2006/main">
              <a:ext uri="{FF2B5EF4-FFF2-40B4-BE49-F238E27FC236}">
                <a16:creationId xmlns:a16="http://schemas.microsoft.com/office/drawing/2014/main" id="{942DD5A5-8D7E-449A-BC25-B30CA1225C67}"/>
              </a:ext>
            </a:extLst>
          </p:cNvPr>
          <p:cNvSpPr>
            <a:spLocks xmlns:a="http://schemas.openxmlformats.org/drawingml/2006/main" noGrp="1"/>
          </p:cNvSpPr>
          <p:nvPr/>
        </p:nvSpPr>
        <p:spPr>
          <a:xfrm xmlns:a="http://schemas.openxmlformats.org/drawingml/2006/main">
            <a:off x="514350" y="5638800"/>
            <a:ext cx="7620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75" b="1" i="0">
                <a:solidFill>
                  <a:srgbClr val="102B3F"/>
                </a:solidFill>
                <a:latin typeface="Aptos"/>
                <a:ea typeface="Aptos"/>
                <a:cs typeface="Aptos"/>
              </a:defRPr>
            </a:defPPr>
            <a:lvl1pPr algn="l">
              <a:defRPr sz="1275" b="1" i="0">
                <a:solidFill>
                  <a:srgbClr val="102B3F"/>
                </a:solidFill>
                <a:latin typeface="Aptos"/>
                <a:ea typeface="Aptos"/>
                <a:cs typeface="Aptos"/>
              </a:defRPr>
            </a:lvl1pPr>
            <a:lvl2pPr algn="l">
              <a:defRPr sz="1275" b="1" i="0">
                <a:solidFill>
                  <a:srgbClr val="102B3F"/>
                </a:solidFill>
                <a:latin typeface="Aptos"/>
                <a:ea typeface="Aptos"/>
                <a:cs typeface="Aptos"/>
              </a:defRPr>
            </a:lvl2pPr>
            <a:lvl3pPr algn="l">
              <a:defRPr sz="1275" b="1" i="0">
                <a:solidFill>
                  <a:srgbClr val="102B3F"/>
                </a:solidFill>
                <a:latin typeface="Aptos"/>
                <a:ea typeface="Aptos"/>
                <a:cs typeface="Aptos"/>
              </a:defRPr>
            </a:lvl3pPr>
            <a:lvl4pPr algn="l">
              <a:defRPr sz="1275" b="1" i="0">
                <a:solidFill>
                  <a:srgbClr val="102B3F"/>
                </a:solidFill>
                <a:latin typeface="Aptos"/>
                <a:ea typeface="Aptos"/>
                <a:cs typeface="Aptos"/>
              </a:defRPr>
            </a:lvl4pPr>
            <a:lvl5pPr algn="l">
              <a:defRPr sz="1275" b="1" i="0">
                <a:solidFill>
                  <a:srgbClr val="102B3F"/>
                </a:solidFill>
                <a:latin typeface="Aptos"/>
                <a:ea typeface="Aptos"/>
                <a:cs typeface="Aptos"/>
              </a:defRPr>
            </a:lvl5pPr>
            <a:lvl6pPr algn="l">
              <a:defRPr sz="1275" b="1" i="0">
                <a:solidFill>
                  <a:srgbClr val="102B3F"/>
                </a:solidFill>
                <a:latin typeface="Aptos"/>
                <a:ea typeface="Aptos"/>
                <a:cs typeface="Aptos"/>
              </a:defRPr>
            </a:lvl6pPr>
            <a:lvl7pPr algn="l">
              <a:defRPr sz="1275" b="1" i="0">
                <a:solidFill>
                  <a:srgbClr val="102B3F"/>
                </a:solidFill>
                <a:latin typeface="Aptos"/>
                <a:ea typeface="Aptos"/>
                <a:cs typeface="Aptos"/>
              </a:defRPr>
            </a:lvl7pPr>
            <a:lvl8pPr algn="l">
              <a:defRPr sz="1275" b="1" i="0">
                <a:solidFill>
                  <a:srgbClr val="102B3F"/>
                </a:solidFill>
                <a:latin typeface="Aptos"/>
                <a:ea typeface="Aptos"/>
                <a:cs typeface="Aptos"/>
              </a:defRPr>
            </a:lvl8pPr>
            <a:lvl9pPr algn="l">
              <a:defRPr sz="1275" b="1" i="0">
                <a:solidFill>
                  <a:srgbClr val="102B3F"/>
                </a:solidFill>
                <a:latin typeface="Aptos"/>
                <a:ea typeface="Aptos"/>
                <a:cs typeface="Aptos"/>
              </a:defRPr>
            </a:lvl9pPr>
          </a:lstStyle>
          <a:p xmlns:a="http://schemas.openxmlformats.org/drawingml/2006/main">
            <a:pPr algn="l">
              <a:defRPr sz="1275" b="1" i="0">
                <a:solidFill>
                  <a:srgbClr val="102B3F"/>
                </a:solidFill>
                <a:latin typeface="Aptos"/>
                <a:ea typeface="Aptos"/>
                <a:cs typeface="Aptos"/>
              </a:defRPr>
            </a:pPr>
            <a:r>
              <a:rPr sz="1275" b="1" i="0">
                <a:solidFill>
                  <a:srgbClr val="102B3F"/>
                </a:solidFill>
                <a:latin typeface="Aptos"/>
                <a:ea typeface="Aptos"/>
                <a:cs typeface="Aptos"/>
              </a:rPr>
              <a:t>Se excluyen filas sin presupuesto, recaudación positiva o fecha válida.</a:t>
            </a:r>
          </a:p>
        </p:txBody>
      </p:sp>
      <p:sp>
        <p:nvSpPr>
          <p:cNvPr id="32" name="">
            <a:extLst xmlns:a="http://schemas.openxmlformats.org/drawingml/2006/main">
              <a:ext uri="{FF2B5EF4-FFF2-40B4-BE49-F238E27FC236}">
                <a16:creationId xmlns:a16="http://schemas.microsoft.com/office/drawing/2014/main" id="{0F23D6F4-0B18-4847-B00C-B52C10C2B8A5}"/>
              </a:ext>
            </a:extLst>
          </p:cNvPr>
          <p:cNvSpPr>
            <a:spLocks xmlns:a="http://schemas.openxmlformats.org/drawingml/2006/main" noGrp="1"/>
          </p:cNvSpPr>
          <p:nvPr/>
        </p:nvSpPr>
        <p:spPr>
          <a:xfrm xmlns:a="http://schemas.openxmlformats.org/drawingml/2006/main">
            <a:off x="514350" y="5981700"/>
            <a:ext cx="7620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975" b="0" i="0">
                <a:solidFill>
                  <a:srgbClr val="5D7180"/>
                </a:solidFill>
                <a:latin typeface="Aptos"/>
                <a:ea typeface="Aptos"/>
                <a:cs typeface="Aptos"/>
              </a:defRPr>
            </a:defPPr>
            <a:lvl1pPr algn="l">
              <a:defRPr sz="975" b="0" i="0">
                <a:solidFill>
                  <a:srgbClr val="5D7180"/>
                </a:solidFill>
                <a:latin typeface="Aptos"/>
                <a:ea typeface="Aptos"/>
                <a:cs typeface="Aptos"/>
              </a:defRPr>
            </a:lvl1pPr>
            <a:lvl2pPr algn="l">
              <a:defRPr sz="975" b="0" i="0">
                <a:solidFill>
                  <a:srgbClr val="5D7180"/>
                </a:solidFill>
                <a:latin typeface="Aptos"/>
                <a:ea typeface="Aptos"/>
                <a:cs typeface="Aptos"/>
              </a:defRPr>
            </a:lvl2pPr>
            <a:lvl3pPr algn="l">
              <a:defRPr sz="975" b="0" i="0">
                <a:solidFill>
                  <a:srgbClr val="5D7180"/>
                </a:solidFill>
                <a:latin typeface="Aptos"/>
                <a:ea typeface="Aptos"/>
                <a:cs typeface="Aptos"/>
              </a:defRPr>
            </a:lvl3pPr>
            <a:lvl4pPr algn="l">
              <a:defRPr sz="975" b="0" i="0">
                <a:solidFill>
                  <a:srgbClr val="5D7180"/>
                </a:solidFill>
                <a:latin typeface="Aptos"/>
                <a:ea typeface="Aptos"/>
                <a:cs typeface="Aptos"/>
              </a:defRPr>
            </a:lvl4pPr>
            <a:lvl5pPr algn="l">
              <a:defRPr sz="975" b="0" i="0">
                <a:solidFill>
                  <a:srgbClr val="5D7180"/>
                </a:solidFill>
                <a:latin typeface="Aptos"/>
                <a:ea typeface="Aptos"/>
                <a:cs typeface="Aptos"/>
              </a:defRPr>
            </a:lvl5pPr>
            <a:lvl6pPr algn="l">
              <a:defRPr sz="975" b="0" i="0">
                <a:solidFill>
                  <a:srgbClr val="5D7180"/>
                </a:solidFill>
                <a:latin typeface="Aptos"/>
                <a:ea typeface="Aptos"/>
                <a:cs typeface="Aptos"/>
              </a:defRPr>
            </a:lvl6pPr>
            <a:lvl7pPr algn="l">
              <a:defRPr sz="975" b="0" i="0">
                <a:solidFill>
                  <a:srgbClr val="5D7180"/>
                </a:solidFill>
                <a:latin typeface="Aptos"/>
                <a:ea typeface="Aptos"/>
                <a:cs typeface="Aptos"/>
              </a:defRPr>
            </a:lvl7pPr>
            <a:lvl8pPr algn="l">
              <a:defRPr sz="975" b="0" i="0">
                <a:solidFill>
                  <a:srgbClr val="5D7180"/>
                </a:solidFill>
                <a:latin typeface="Aptos"/>
                <a:ea typeface="Aptos"/>
                <a:cs typeface="Aptos"/>
              </a:defRPr>
            </a:lvl8pPr>
            <a:lvl9pPr algn="l">
              <a:defRPr sz="975" b="0" i="0">
                <a:solidFill>
                  <a:srgbClr val="5D7180"/>
                </a:solidFill>
                <a:latin typeface="Aptos"/>
                <a:ea typeface="Aptos"/>
                <a:cs typeface="Aptos"/>
              </a:defRPr>
            </a:lvl9pPr>
          </a:lstStyle>
          <a:p xmlns:a="http://schemas.openxmlformats.org/drawingml/2006/main">
            <a:pPr algn="l">
              <a:defRPr sz="975" b="0" i="0">
                <a:solidFill>
                  <a:srgbClr val="5D7180"/>
                </a:solidFill>
                <a:latin typeface="Aptos"/>
                <a:ea typeface="Aptos"/>
                <a:cs typeface="Aptos"/>
              </a:defRPr>
            </a:pPr>
            <a:r>
              <a:rPr sz="975" b="0" i="0">
                <a:solidFill>
                  <a:srgbClr val="5D7180"/>
                </a:solidFill>
                <a:latin typeface="Aptos"/>
                <a:ea typeface="Aptos"/>
                <a:cs typeface="Aptos"/>
              </a:rPr>
              <a:t>Fuente: TMDb 5000 Movie Metadata · Kaggle</a:t>
            </a:r>
          </a:p>
        </p:txBody>
      </p:sp>
      <p:sp>
        <p:nvSpPr>
          <p:cNvPr id="33" name="">
            <a:extLst xmlns:a="http://schemas.openxmlformats.org/drawingml/2006/main">
              <a:ext uri="{FF2B5EF4-FFF2-40B4-BE49-F238E27FC236}">
                <a16:creationId xmlns:a16="http://schemas.microsoft.com/office/drawing/2014/main" id="{E4DF5A61-0546-4631-8159-9E407128ECA7}"/>
              </a:ext>
            </a:extLst>
          </p:cNvPr>
          <p:cNvSpPr>
            <a:spLocks xmlns:a="http://schemas.openxmlformats.org/drawingml/2006/main" noGrp="1"/>
          </p:cNvSpPr>
          <p:nvPr/>
        </p:nvSpPr>
        <p:spPr>
          <a:xfrm xmlns:a="http://schemas.openxmlformats.org/drawingml/2006/main">
            <a:off x="514350" y="64198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900" b="1" i="0">
                <a:solidFill>
                  <a:srgbClr val="5D7180"/>
                </a:solidFill>
                <a:latin typeface="Aptos"/>
                <a:ea typeface="Aptos"/>
                <a:cs typeface="Aptos"/>
              </a:defRPr>
            </a:defPPr>
            <a:lvl1pPr algn="l">
              <a:defRPr sz="900" b="1" i="0">
                <a:solidFill>
                  <a:srgbClr val="5D7180"/>
                </a:solidFill>
                <a:latin typeface="Aptos"/>
                <a:ea typeface="Aptos"/>
                <a:cs typeface="Aptos"/>
              </a:defRPr>
            </a:lvl1pPr>
            <a:lvl2pPr algn="l">
              <a:defRPr sz="900" b="1" i="0">
                <a:solidFill>
                  <a:srgbClr val="5D7180"/>
                </a:solidFill>
                <a:latin typeface="Aptos"/>
                <a:ea typeface="Aptos"/>
                <a:cs typeface="Aptos"/>
              </a:defRPr>
            </a:lvl2pPr>
            <a:lvl3pPr algn="l">
              <a:defRPr sz="900" b="1" i="0">
                <a:solidFill>
                  <a:srgbClr val="5D7180"/>
                </a:solidFill>
                <a:latin typeface="Aptos"/>
                <a:ea typeface="Aptos"/>
                <a:cs typeface="Aptos"/>
              </a:defRPr>
            </a:lvl3pPr>
            <a:lvl4pPr algn="l">
              <a:defRPr sz="900" b="1" i="0">
                <a:solidFill>
                  <a:srgbClr val="5D7180"/>
                </a:solidFill>
                <a:latin typeface="Aptos"/>
                <a:ea typeface="Aptos"/>
                <a:cs typeface="Aptos"/>
              </a:defRPr>
            </a:lvl4pPr>
            <a:lvl5pPr algn="l">
              <a:defRPr sz="900" b="1" i="0">
                <a:solidFill>
                  <a:srgbClr val="5D7180"/>
                </a:solidFill>
                <a:latin typeface="Aptos"/>
                <a:ea typeface="Aptos"/>
                <a:cs typeface="Aptos"/>
              </a:defRPr>
            </a:lvl5pPr>
            <a:lvl6pPr algn="l">
              <a:defRPr sz="900" b="1" i="0">
                <a:solidFill>
                  <a:srgbClr val="5D7180"/>
                </a:solidFill>
                <a:latin typeface="Aptos"/>
                <a:ea typeface="Aptos"/>
                <a:cs typeface="Aptos"/>
              </a:defRPr>
            </a:lvl6pPr>
            <a:lvl7pPr algn="l">
              <a:defRPr sz="900" b="1" i="0">
                <a:solidFill>
                  <a:srgbClr val="5D7180"/>
                </a:solidFill>
                <a:latin typeface="Aptos"/>
                <a:ea typeface="Aptos"/>
                <a:cs typeface="Aptos"/>
              </a:defRPr>
            </a:lvl7pPr>
            <a:lvl8pPr algn="l">
              <a:defRPr sz="900" b="1" i="0">
                <a:solidFill>
                  <a:srgbClr val="5D7180"/>
                </a:solidFill>
                <a:latin typeface="Aptos"/>
                <a:ea typeface="Aptos"/>
                <a:cs typeface="Aptos"/>
              </a:defRPr>
            </a:lvl8pPr>
            <a:lvl9pPr algn="l">
              <a:defRPr sz="900" b="1" i="0">
                <a:solidFill>
                  <a:srgbClr val="5D7180"/>
                </a:solidFill>
                <a:latin typeface="Aptos"/>
                <a:ea typeface="Aptos"/>
                <a:cs typeface="Aptos"/>
              </a:defRPr>
            </a:lvl9pPr>
          </a:lstStyle>
          <a:p xmlns:a="http://schemas.openxmlformats.org/drawingml/2006/main">
            <a:pPr algn="l">
              <a:defRPr sz="900" b="1" i="0">
                <a:solidFill>
                  <a:srgbClr val="5D7180"/>
                </a:solidFill>
                <a:latin typeface="Aptos"/>
                <a:ea typeface="Aptos"/>
                <a:cs typeface="Aptos"/>
              </a:defRPr>
            </a:pPr>
            <a:r>
              <a:rPr sz="900" b="1" i="0">
                <a:solidFill>
                  <a:srgbClr val="5D7180"/>
                </a:solidFill>
                <a:latin typeface="Aptos"/>
                <a:ea typeface="Aptos"/>
                <a:cs typeface="Aptos"/>
              </a:rPr>
              <a:t>PROYECTO INTEGRADOR · MACHINE LEARNING</a:t>
            </a:r>
          </a:p>
        </p:txBody>
      </p:sp>
      <p:sp>
        <p:nvSpPr>
          <p:cNvPr id="34" name="">
            <a:extLst xmlns:a="http://schemas.openxmlformats.org/drawingml/2006/main">
              <a:ext uri="{FF2B5EF4-FFF2-40B4-BE49-F238E27FC236}">
                <a16:creationId xmlns:a16="http://schemas.microsoft.com/office/drawing/2014/main" id="{1620AC73-90D7-4114-BC21-AA8028C361D9}"/>
              </a:ext>
            </a:extLst>
          </p:cNvPr>
          <p:cNvSpPr>
            <a:spLocks xmlns:a="http://schemas.openxmlformats.org/drawingml/2006/main" noGrp="1"/>
          </p:cNvSpPr>
          <p:nvPr/>
        </p:nvSpPr>
        <p:spPr>
          <a:xfrm xmlns:a="http://schemas.openxmlformats.org/drawingml/2006/main">
            <a:off x="11163300" y="64198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r">
              <a:defRPr sz="900" b="1" i="0">
                <a:solidFill>
                  <a:srgbClr val="5D7180"/>
                </a:solidFill>
                <a:latin typeface="Aptos"/>
                <a:ea typeface="Aptos"/>
                <a:cs typeface="Aptos"/>
              </a:defRPr>
            </a:defPPr>
            <a:lvl1pPr algn="r">
              <a:defRPr sz="900" b="1" i="0">
                <a:solidFill>
                  <a:srgbClr val="5D7180"/>
                </a:solidFill>
                <a:latin typeface="Aptos"/>
                <a:ea typeface="Aptos"/>
                <a:cs typeface="Aptos"/>
              </a:defRPr>
            </a:lvl1pPr>
            <a:lvl2pPr algn="r">
              <a:defRPr sz="900" b="1" i="0">
                <a:solidFill>
                  <a:srgbClr val="5D7180"/>
                </a:solidFill>
                <a:latin typeface="Aptos"/>
                <a:ea typeface="Aptos"/>
                <a:cs typeface="Aptos"/>
              </a:defRPr>
            </a:lvl2pPr>
            <a:lvl3pPr algn="r">
              <a:defRPr sz="900" b="1" i="0">
                <a:solidFill>
                  <a:srgbClr val="5D7180"/>
                </a:solidFill>
                <a:latin typeface="Aptos"/>
                <a:ea typeface="Aptos"/>
                <a:cs typeface="Aptos"/>
              </a:defRPr>
            </a:lvl3pPr>
            <a:lvl4pPr algn="r">
              <a:defRPr sz="900" b="1" i="0">
                <a:solidFill>
                  <a:srgbClr val="5D7180"/>
                </a:solidFill>
                <a:latin typeface="Aptos"/>
                <a:ea typeface="Aptos"/>
                <a:cs typeface="Aptos"/>
              </a:defRPr>
            </a:lvl4pPr>
            <a:lvl5pPr algn="r">
              <a:defRPr sz="900" b="1" i="0">
                <a:solidFill>
                  <a:srgbClr val="5D7180"/>
                </a:solidFill>
                <a:latin typeface="Aptos"/>
                <a:ea typeface="Aptos"/>
                <a:cs typeface="Aptos"/>
              </a:defRPr>
            </a:lvl5pPr>
            <a:lvl6pPr algn="r">
              <a:defRPr sz="900" b="1" i="0">
                <a:solidFill>
                  <a:srgbClr val="5D7180"/>
                </a:solidFill>
                <a:latin typeface="Aptos"/>
                <a:ea typeface="Aptos"/>
                <a:cs typeface="Aptos"/>
              </a:defRPr>
            </a:lvl6pPr>
            <a:lvl7pPr algn="r">
              <a:defRPr sz="900" b="1" i="0">
                <a:solidFill>
                  <a:srgbClr val="5D7180"/>
                </a:solidFill>
                <a:latin typeface="Aptos"/>
                <a:ea typeface="Aptos"/>
                <a:cs typeface="Aptos"/>
              </a:defRPr>
            </a:lvl7pPr>
            <a:lvl8pPr algn="r">
              <a:defRPr sz="900" b="1" i="0">
                <a:solidFill>
                  <a:srgbClr val="5D7180"/>
                </a:solidFill>
                <a:latin typeface="Aptos"/>
                <a:ea typeface="Aptos"/>
                <a:cs typeface="Aptos"/>
              </a:defRPr>
            </a:lvl8pPr>
            <a:lvl9pPr algn="r">
              <a:defRPr sz="900" b="1" i="0">
                <a:solidFill>
                  <a:srgbClr val="5D7180"/>
                </a:solidFill>
                <a:latin typeface="Aptos"/>
                <a:ea typeface="Aptos"/>
                <a:cs typeface="Aptos"/>
              </a:defRPr>
            </a:lvl9pPr>
          </a:lstStyle>
          <a:p xmlns:a="http://schemas.openxmlformats.org/drawingml/2006/main">
            <a:pPr algn="r">
              <a:defRPr sz="900" b="1" i="0">
                <a:solidFill>
                  <a:srgbClr val="5D7180"/>
                </a:solidFill>
                <a:latin typeface="Aptos"/>
                <a:ea typeface="Aptos"/>
                <a:cs typeface="Aptos"/>
              </a:defRPr>
            </a:pPr>
            <a:r>
              <a:rPr sz="900" b="1" i="0">
                <a:solidFill>
                  <a:srgbClr val="5D7180"/>
                </a:solidFill>
                <a:latin typeface="Aptos"/>
                <a:ea typeface="Aptos"/>
                <a:cs typeface="Aptos"/>
              </a:rPr>
              <a:t>03</a:t>
            </a:r>
          </a:p>
        </p:txBody>
      </p:sp>
    </p:spTree>
    <p:extLst>
      <p:ext uri="{BB962C8B-B14F-4D97-AF65-F5344CB8AC3E}">
        <p14:creationId xmlns:p14="http://schemas.microsoft.com/office/powerpoint/2010/main" val="1478758481"/>
      </p:ext>
    </p:extLst>
  </p:cSld>
</p:sld>
</file>

<file path=ppt/slides/slide4.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B78987A5-B4D4-46AB-8EB3-3B2EB5A90564}"/>
              </a:ext>
            </a:extLst>
          </p:cNvPr>
          <p:cNvSpPr>
            <a:spLocks xmlns:a="http://schemas.openxmlformats.org/drawingml/2006/main" noGrp="1"/>
          </p:cNvSpPr>
          <p:nvPr/>
        </p:nvSpPr>
        <p:spPr>
          <a:xfrm xmlns:a="http://schemas.openxmlformats.org/drawingml/2006/main">
            <a:off x="5143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975" b="1" i="0">
                <a:solidFill>
                  <a:srgbClr val="00A6A6"/>
                </a:solidFill>
                <a:latin typeface="Aptos"/>
                <a:ea typeface="Aptos"/>
                <a:cs typeface="Aptos"/>
              </a:defRPr>
            </a:defPPr>
            <a:lvl1pPr algn="l">
              <a:defRPr sz="975" b="1" i="0">
                <a:solidFill>
                  <a:srgbClr val="00A6A6"/>
                </a:solidFill>
                <a:latin typeface="Aptos"/>
                <a:ea typeface="Aptos"/>
                <a:cs typeface="Aptos"/>
              </a:defRPr>
            </a:lvl1pPr>
            <a:lvl2pPr algn="l">
              <a:defRPr sz="975" b="1" i="0">
                <a:solidFill>
                  <a:srgbClr val="00A6A6"/>
                </a:solidFill>
                <a:latin typeface="Aptos"/>
                <a:ea typeface="Aptos"/>
                <a:cs typeface="Aptos"/>
              </a:defRPr>
            </a:lvl2pPr>
            <a:lvl3pPr algn="l">
              <a:defRPr sz="975" b="1" i="0">
                <a:solidFill>
                  <a:srgbClr val="00A6A6"/>
                </a:solidFill>
                <a:latin typeface="Aptos"/>
                <a:ea typeface="Aptos"/>
                <a:cs typeface="Aptos"/>
              </a:defRPr>
            </a:lvl3pPr>
            <a:lvl4pPr algn="l">
              <a:defRPr sz="975" b="1" i="0">
                <a:solidFill>
                  <a:srgbClr val="00A6A6"/>
                </a:solidFill>
                <a:latin typeface="Aptos"/>
                <a:ea typeface="Aptos"/>
                <a:cs typeface="Aptos"/>
              </a:defRPr>
            </a:lvl4pPr>
            <a:lvl5pPr algn="l">
              <a:defRPr sz="975" b="1" i="0">
                <a:solidFill>
                  <a:srgbClr val="00A6A6"/>
                </a:solidFill>
                <a:latin typeface="Aptos"/>
                <a:ea typeface="Aptos"/>
                <a:cs typeface="Aptos"/>
              </a:defRPr>
            </a:lvl5pPr>
            <a:lvl6pPr algn="l">
              <a:defRPr sz="975" b="1" i="0">
                <a:solidFill>
                  <a:srgbClr val="00A6A6"/>
                </a:solidFill>
                <a:latin typeface="Aptos"/>
                <a:ea typeface="Aptos"/>
                <a:cs typeface="Aptos"/>
              </a:defRPr>
            </a:lvl6pPr>
            <a:lvl7pPr algn="l">
              <a:defRPr sz="975" b="1" i="0">
                <a:solidFill>
                  <a:srgbClr val="00A6A6"/>
                </a:solidFill>
                <a:latin typeface="Aptos"/>
                <a:ea typeface="Aptos"/>
                <a:cs typeface="Aptos"/>
              </a:defRPr>
            </a:lvl7pPr>
            <a:lvl8pPr algn="l">
              <a:defRPr sz="975" b="1" i="0">
                <a:solidFill>
                  <a:srgbClr val="00A6A6"/>
                </a:solidFill>
                <a:latin typeface="Aptos"/>
                <a:ea typeface="Aptos"/>
                <a:cs typeface="Aptos"/>
              </a:defRPr>
            </a:lvl8pPr>
            <a:lvl9pPr algn="l">
              <a:defRPr sz="975" b="1" i="0">
                <a:solidFill>
                  <a:srgbClr val="00A6A6"/>
                </a:solidFill>
                <a:latin typeface="Aptos"/>
                <a:ea typeface="Aptos"/>
                <a:cs typeface="Aptos"/>
              </a:defRPr>
            </a:lvl9pPr>
          </a:lstStyle>
          <a:p xmlns:a="http://schemas.openxmlformats.org/drawingml/2006/main">
            <a:pPr algn="l">
              <a:defRPr sz="975" b="1" i="0">
                <a:solidFill>
                  <a:srgbClr val="00A6A6"/>
                </a:solidFill>
                <a:latin typeface="Aptos"/>
                <a:ea typeface="Aptos"/>
                <a:cs typeface="Aptos"/>
              </a:defRPr>
            </a:pPr>
            <a:r>
              <a:rPr sz="975" b="1" i="0">
                <a:solidFill>
                  <a:srgbClr val="00A6A6"/>
                </a:solidFill>
                <a:latin typeface="Aptos"/>
                <a:ea typeface="Aptos"/>
                <a:cs typeface="Aptos"/>
              </a:rPr>
              <a:t>PELÍCULAS · CLASIFICACIÓN</a:t>
            </a:r>
          </a:p>
        </p:txBody>
      </p:sp>
      <p:sp>
        <p:nvSpPr>
          <p:cNvPr id="2" name="">
            <a:extLst xmlns:a="http://schemas.openxmlformats.org/drawingml/2006/main">
              <a:ext uri="{FF2B5EF4-FFF2-40B4-BE49-F238E27FC236}">
                <a16:creationId xmlns:a16="http://schemas.microsoft.com/office/drawing/2014/main" id="{201E4F7A-6B03-47D8-ABC4-43B75AD1B142}"/>
              </a:ext>
            </a:extLst>
          </p:cNvPr>
          <p:cNvSpPr>
            <a:spLocks xmlns:a="http://schemas.openxmlformats.org/drawingml/2006/main" noGrp="1"/>
          </p:cNvSpPr>
          <p:nvPr/>
        </p:nvSpPr>
        <p:spPr>
          <a:xfrm xmlns:a="http://schemas.openxmlformats.org/drawingml/2006/main">
            <a:off x="514350" y="590550"/>
            <a:ext cx="11125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550" b="1" i="0">
                <a:solidFill>
                  <a:srgbClr val="102B3F"/>
                </a:solidFill>
                <a:latin typeface="Aptos"/>
                <a:ea typeface="Aptos"/>
                <a:cs typeface="Aptos"/>
              </a:defRPr>
            </a:defPPr>
            <a:lvl1pPr algn="l">
              <a:defRPr sz="2550" b="1" i="0">
                <a:solidFill>
                  <a:srgbClr val="102B3F"/>
                </a:solidFill>
                <a:latin typeface="Aptos"/>
                <a:ea typeface="Aptos"/>
                <a:cs typeface="Aptos"/>
              </a:defRPr>
            </a:lvl1pPr>
            <a:lvl2pPr algn="l">
              <a:defRPr sz="2550" b="1" i="0">
                <a:solidFill>
                  <a:srgbClr val="102B3F"/>
                </a:solidFill>
                <a:latin typeface="Aptos"/>
                <a:ea typeface="Aptos"/>
                <a:cs typeface="Aptos"/>
              </a:defRPr>
            </a:lvl2pPr>
            <a:lvl3pPr algn="l">
              <a:defRPr sz="2550" b="1" i="0">
                <a:solidFill>
                  <a:srgbClr val="102B3F"/>
                </a:solidFill>
                <a:latin typeface="Aptos"/>
                <a:ea typeface="Aptos"/>
                <a:cs typeface="Aptos"/>
              </a:defRPr>
            </a:lvl3pPr>
            <a:lvl4pPr algn="l">
              <a:defRPr sz="2550" b="1" i="0">
                <a:solidFill>
                  <a:srgbClr val="102B3F"/>
                </a:solidFill>
                <a:latin typeface="Aptos"/>
                <a:ea typeface="Aptos"/>
                <a:cs typeface="Aptos"/>
              </a:defRPr>
            </a:lvl4pPr>
            <a:lvl5pPr algn="l">
              <a:defRPr sz="2550" b="1" i="0">
                <a:solidFill>
                  <a:srgbClr val="102B3F"/>
                </a:solidFill>
                <a:latin typeface="Aptos"/>
                <a:ea typeface="Aptos"/>
                <a:cs typeface="Aptos"/>
              </a:defRPr>
            </a:lvl5pPr>
            <a:lvl6pPr algn="l">
              <a:defRPr sz="2550" b="1" i="0">
                <a:solidFill>
                  <a:srgbClr val="102B3F"/>
                </a:solidFill>
                <a:latin typeface="Aptos"/>
                <a:ea typeface="Aptos"/>
                <a:cs typeface="Aptos"/>
              </a:defRPr>
            </a:lvl6pPr>
            <a:lvl7pPr algn="l">
              <a:defRPr sz="2550" b="1" i="0">
                <a:solidFill>
                  <a:srgbClr val="102B3F"/>
                </a:solidFill>
                <a:latin typeface="Aptos"/>
                <a:ea typeface="Aptos"/>
                <a:cs typeface="Aptos"/>
              </a:defRPr>
            </a:lvl7pPr>
            <a:lvl8pPr algn="l">
              <a:defRPr sz="2550" b="1" i="0">
                <a:solidFill>
                  <a:srgbClr val="102B3F"/>
                </a:solidFill>
                <a:latin typeface="Aptos"/>
                <a:ea typeface="Aptos"/>
                <a:cs typeface="Aptos"/>
              </a:defRPr>
            </a:lvl8pPr>
            <a:lvl9pPr algn="l">
              <a:defRPr sz="2550" b="1" i="0">
                <a:solidFill>
                  <a:srgbClr val="102B3F"/>
                </a:solidFill>
                <a:latin typeface="Aptos"/>
                <a:ea typeface="Aptos"/>
                <a:cs typeface="Aptos"/>
              </a:defRPr>
            </a:lvl9pPr>
          </a:lstStyle>
          <a:p xmlns:a="http://schemas.openxmlformats.org/drawingml/2006/main">
            <a:pPr algn="l">
              <a:defRPr sz="2550" b="1" i="0">
                <a:solidFill>
                  <a:srgbClr val="102B3F"/>
                </a:solidFill>
                <a:latin typeface="Aptos"/>
                <a:ea typeface="Aptos"/>
                <a:cs typeface="Aptos"/>
              </a:defRPr>
            </a:pPr>
            <a:r>
              <a:rPr sz="2550" b="1" i="0">
                <a:solidFill>
                  <a:srgbClr val="102B3F"/>
                </a:solidFill>
                <a:latin typeface="Aptos"/>
                <a:ea typeface="Aptos"/>
                <a:cs typeface="Aptos"/>
              </a:rPr>
              <a:t>La evaluación reserva películas que el ajuste no ve</a:t>
            </a:r>
          </a:p>
        </p:txBody>
      </p:sp>
      <p:sp>
        <p:nvSpPr>
          <p:cNvPr id="3" name="">
            <a:extLst xmlns:a="http://schemas.openxmlformats.org/drawingml/2006/main">
              <a:ext uri="{FF2B5EF4-FFF2-40B4-BE49-F238E27FC236}">
                <a16:creationId xmlns:a16="http://schemas.microsoft.com/office/drawing/2014/main" id="{D513C1BF-4A15-4491-BE52-235D8A43BEDB}"/>
              </a:ext>
            </a:extLst>
          </p:cNvPr>
          <p:cNvSpPr>
            <a:spLocks xmlns:a="http://schemas.openxmlformats.org/drawingml/2006/main" noGrp="1"/>
          </p:cNvSpPr>
          <p:nvPr/>
        </p:nvSpPr>
        <p:spPr>
          <a:xfrm xmlns:a="http://schemas.openxmlformats.org/drawingml/2006/main">
            <a:off x="514350" y="1133475"/>
            <a:ext cx="11125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75" b="0" i="0">
                <a:solidFill>
                  <a:srgbClr val="5D7180"/>
                </a:solidFill>
                <a:latin typeface="Aptos"/>
                <a:ea typeface="Aptos"/>
                <a:cs typeface="Aptos"/>
              </a:defRPr>
            </a:defPPr>
            <a:lvl1pPr algn="l">
              <a:defRPr sz="1275" b="0" i="0">
                <a:solidFill>
                  <a:srgbClr val="5D7180"/>
                </a:solidFill>
                <a:latin typeface="Aptos"/>
                <a:ea typeface="Aptos"/>
                <a:cs typeface="Aptos"/>
              </a:defRPr>
            </a:lvl1pPr>
            <a:lvl2pPr algn="l">
              <a:defRPr sz="1275" b="0" i="0">
                <a:solidFill>
                  <a:srgbClr val="5D7180"/>
                </a:solidFill>
                <a:latin typeface="Aptos"/>
                <a:ea typeface="Aptos"/>
                <a:cs typeface="Aptos"/>
              </a:defRPr>
            </a:lvl2pPr>
            <a:lvl3pPr algn="l">
              <a:defRPr sz="1275" b="0" i="0">
                <a:solidFill>
                  <a:srgbClr val="5D7180"/>
                </a:solidFill>
                <a:latin typeface="Aptos"/>
                <a:ea typeface="Aptos"/>
                <a:cs typeface="Aptos"/>
              </a:defRPr>
            </a:lvl3pPr>
            <a:lvl4pPr algn="l">
              <a:defRPr sz="1275" b="0" i="0">
                <a:solidFill>
                  <a:srgbClr val="5D7180"/>
                </a:solidFill>
                <a:latin typeface="Aptos"/>
                <a:ea typeface="Aptos"/>
                <a:cs typeface="Aptos"/>
              </a:defRPr>
            </a:lvl4pPr>
            <a:lvl5pPr algn="l">
              <a:defRPr sz="1275" b="0" i="0">
                <a:solidFill>
                  <a:srgbClr val="5D7180"/>
                </a:solidFill>
                <a:latin typeface="Aptos"/>
                <a:ea typeface="Aptos"/>
                <a:cs typeface="Aptos"/>
              </a:defRPr>
            </a:lvl5pPr>
            <a:lvl6pPr algn="l">
              <a:defRPr sz="1275" b="0" i="0">
                <a:solidFill>
                  <a:srgbClr val="5D7180"/>
                </a:solidFill>
                <a:latin typeface="Aptos"/>
                <a:ea typeface="Aptos"/>
                <a:cs typeface="Aptos"/>
              </a:defRPr>
            </a:lvl6pPr>
            <a:lvl7pPr algn="l">
              <a:defRPr sz="1275" b="0" i="0">
                <a:solidFill>
                  <a:srgbClr val="5D7180"/>
                </a:solidFill>
                <a:latin typeface="Aptos"/>
                <a:ea typeface="Aptos"/>
                <a:cs typeface="Aptos"/>
              </a:defRPr>
            </a:lvl7pPr>
            <a:lvl8pPr algn="l">
              <a:defRPr sz="1275" b="0" i="0">
                <a:solidFill>
                  <a:srgbClr val="5D7180"/>
                </a:solidFill>
                <a:latin typeface="Aptos"/>
                <a:ea typeface="Aptos"/>
                <a:cs typeface="Aptos"/>
              </a:defRPr>
            </a:lvl8pPr>
            <a:lvl9pPr algn="l">
              <a:defRPr sz="1275" b="0" i="0">
                <a:solidFill>
                  <a:srgbClr val="5D7180"/>
                </a:solidFill>
                <a:latin typeface="Aptos"/>
                <a:ea typeface="Aptos"/>
                <a:cs typeface="Aptos"/>
              </a:defRPr>
            </a:lvl9pPr>
          </a:lstStyle>
          <a:p xmlns:a="http://schemas.openxmlformats.org/drawingml/2006/main">
            <a:pPr algn="l">
              <a:defRPr sz="1275" b="0" i="0">
                <a:solidFill>
                  <a:srgbClr val="5D7180"/>
                </a:solidFill>
                <a:latin typeface="Aptos"/>
                <a:ea typeface="Aptos"/>
                <a:cs typeface="Aptos"/>
              </a:defRPr>
            </a:pPr>
            <a:r>
              <a:rPr sz="1275" b="0" i="0">
                <a:solidFill>
                  <a:srgbClr val="5D7180"/>
                </a:solidFill>
                <a:latin typeface="Aptos"/>
                <a:ea typeface="Aptos"/>
                <a:cs typeface="Aptos"/>
              </a:rPr>
              <a:t>La partición se mantiene igual para los cuatro modelos</a:t>
            </a:r>
          </a:p>
        </p:txBody>
      </p:sp>
      <p:sp>
        <p:nvSpPr>
          <p:cNvPr id="4" name="">
            <a:extLst xmlns:a="http://schemas.openxmlformats.org/drawingml/2006/main">
              <a:ext uri="{FF2B5EF4-FFF2-40B4-BE49-F238E27FC236}">
                <a16:creationId xmlns:a16="http://schemas.microsoft.com/office/drawing/2014/main" id="{158EC08F-0C17-4ADC-AFD4-E7925EB9A290}"/>
              </a:ext>
            </a:extLst>
          </p:cNvPr>
          <p:cNvSpPr>
            <a:spLocks xmlns:a="http://schemas.openxmlformats.org/drawingml/2006/main" noGrp="1"/>
          </p:cNvSpPr>
          <p:nvPr/>
        </p:nvSpPr>
        <p:spPr>
          <a:xfrm xmlns:a="http://schemas.openxmlformats.org/drawingml/2006/main">
            <a:off x="514350" y="1504950"/>
            <a:ext cx="11163300" cy="19050"/>
          </a:xfrm>
          <a:prstGeom xmlns:a="http://schemas.openxmlformats.org/drawingml/2006/main" prst="rect">
            <a:avLst/>
          </a:prstGeom>
          <a:solidFill xmlns:a="http://schemas.openxmlformats.org/drawingml/2006/main">
            <a:srgbClr val="D9E1E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B1E4CEC-E7DA-45A0-82C9-116C360E25D3}"/>
              </a:ext>
            </a:extLst>
          </p:cNvPr>
          <p:cNvSpPr>
            <a:spLocks xmlns:a="http://schemas.openxmlformats.org/drawingml/2006/main" noGrp="1"/>
          </p:cNvSpPr>
          <p:nvPr/>
        </p:nvSpPr>
        <p:spPr>
          <a:xfrm xmlns:a="http://schemas.openxmlformats.org/drawingml/2006/main">
            <a:off x="514350" y="64198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900" b="1" i="0">
                <a:solidFill>
                  <a:srgbClr val="5D7180"/>
                </a:solidFill>
                <a:latin typeface="Aptos"/>
                <a:ea typeface="Aptos"/>
                <a:cs typeface="Aptos"/>
              </a:defRPr>
            </a:defPPr>
            <a:lvl1pPr algn="l">
              <a:defRPr sz="900" b="1" i="0">
                <a:solidFill>
                  <a:srgbClr val="5D7180"/>
                </a:solidFill>
                <a:latin typeface="Aptos"/>
                <a:ea typeface="Aptos"/>
                <a:cs typeface="Aptos"/>
              </a:defRPr>
            </a:lvl1pPr>
            <a:lvl2pPr algn="l">
              <a:defRPr sz="900" b="1" i="0">
                <a:solidFill>
                  <a:srgbClr val="5D7180"/>
                </a:solidFill>
                <a:latin typeface="Aptos"/>
                <a:ea typeface="Aptos"/>
                <a:cs typeface="Aptos"/>
              </a:defRPr>
            </a:lvl2pPr>
            <a:lvl3pPr algn="l">
              <a:defRPr sz="900" b="1" i="0">
                <a:solidFill>
                  <a:srgbClr val="5D7180"/>
                </a:solidFill>
                <a:latin typeface="Aptos"/>
                <a:ea typeface="Aptos"/>
                <a:cs typeface="Aptos"/>
              </a:defRPr>
            </a:lvl3pPr>
            <a:lvl4pPr algn="l">
              <a:defRPr sz="900" b="1" i="0">
                <a:solidFill>
                  <a:srgbClr val="5D7180"/>
                </a:solidFill>
                <a:latin typeface="Aptos"/>
                <a:ea typeface="Aptos"/>
                <a:cs typeface="Aptos"/>
              </a:defRPr>
            </a:lvl4pPr>
            <a:lvl5pPr algn="l">
              <a:defRPr sz="900" b="1" i="0">
                <a:solidFill>
                  <a:srgbClr val="5D7180"/>
                </a:solidFill>
                <a:latin typeface="Aptos"/>
                <a:ea typeface="Aptos"/>
                <a:cs typeface="Aptos"/>
              </a:defRPr>
            </a:lvl5pPr>
            <a:lvl6pPr algn="l">
              <a:defRPr sz="900" b="1" i="0">
                <a:solidFill>
                  <a:srgbClr val="5D7180"/>
                </a:solidFill>
                <a:latin typeface="Aptos"/>
                <a:ea typeface="Aptos"/>
                <a:cs typeface="Aptos"/>
              </a:defRPr>
            </a:lvl6pPr>
            <a:lvl7pPr algn="l">
              <a:defRPr sz="900" b="1" i="0">
                <a:solidFill>
                  <a:srgbClr val="5D7180"/>
                </a:solidFill>
                <a:latin typeface="Aptos"/>
                <a:ea typeface="Aptos"/>
                <a:cs typeface="Aptos"/>
              </a:defRPr>
            </a:lvl7pPr>
            <a:lvl8pPr algn="l">
              <a:defRPr sz="900" b="1" i="0">
                <a:solidFill>
                  <a:srgbClr val="5D7180"/>
                </a:solidFill>
                <a:latin typeface="Aptos"/>
                <a:ea typeface="Aptos"/>
                <a:cs typeface="Aptos"/>
              </a:defRPr>
            </a:lvl8pPr>
            <a:lvl9pPr algn="l">
              <a:defRPr sz="900" b="1" i="0">
                <a:solidFill>
                  <a:srgbClr val="5D7180"/>
                </a:solidFill>
                <a:latin typeface="Aptos"/>
                <a:ea typeface="Aptos"/>
                <a:cs typeface="Aptos"/>
              </a:defRPr>
            </a:lvl9pPr>
          </a:lstStyle>
          <a:p xmlns:a="http://schemas.openxmlformats.org/drawingml/2006/main">
            <a:pPr algn="l">
              <a:defRPr sz="900" b="1" i="0">
                <a:solidFill>
                  <a:srgbClr val="5D7180"/>
                </a:solidFill>
                <a:latin typeface="Aptos"/>
                <a:ea typeface="Aptos"/>
                <a:cs typeface="Aptos"/>
              </a:defRPr>
            </a:pPr>
            <a:r>
              <a:rPr sz="900" b="1" i="0">
                <a:solidFill>
                  <a:srgbClr val="5D7180"/>
                </a:solidFill>
                <a:latin typeface="Aptos"/>
                <a:ea typeface="Aptos"/>
                <a:cs typeface="Aptos"/>
              </a:rPr>
              <a:t>PROYECTO INTEGRADOR · MACHINE LEARNING</a:t>
            </a:r>
          </a:p>
        </p:txBody>
      </p:sp>
      <p:sp>
        <p:nvSpPr>
          <p:cNvPr id="6" name="">
            <a:extLst xmlns:a="http://schemas.openxmlformats.org/drawingml/2006/main">
              <a:ext uri="{FF2B5EF4-FFF2-40B4-BE49-F238E27FC236}">
                <a16:creationId xmlns:a16="http://schemas.microsoft.com/office/drawing/2014/main" id="{31185178-D81D-440B-9704-AC7E9F218E05}"/>
              </a:ext>
            </a:extLst>
          </p:cNvPr>
          <p:cNvSpPr>
            <a:spLocks xmlns:a="http://schemas.openxmlformats.org/drawingml/2006/main" noGrp="1"/>
          </p:cNvSpPr>
          <p:nvPr/>
        </p:nvSpPr>
        <p:spPr>
          <a:xfrm xmlns:a="http://schemas.openxmlformats.org/drawingml/2006/main">
            <a:off x="11163300" y="64198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r">
              <a:defRPr sz="900" b="1" i="0">
                <a:solidFill>
                  <a:srgbClr val="5D7180"/>
                </a:solidFill>
                <a:latin typeface="Aptos"/>
                <a:ea typeface="Aptos"/>
                <a:cs typeface="Aptos"/>
              </a:defRPr>
            </a:defPPr>
            <a:lvl1pPr algn="r">
              <a:defRPr sz="900" b="1" i="0">
                <a:solidFill>
                  <a:srgbClr val="5D7180"/>
                </a:solidFill>
                <a:latin typeface="Aptos"/>
                <a:ea typeface="Aptos"/>
                <a:cs typeface="Aptos"/>
              </a:defRPr>
            </a:lvl1pPr>
            <a:lvl2pPr algn="r">
              <a:defRPr sz="900" b="1" i="0">
                <a:solidFill>
                  <a:srgbClr val="5D7180"/>
                </a:solidFill>
                <a:latin typeface="Aptos"/>
                <a:ea typeface="Aptos"/>
                <a:cs typeface="Aptos"/>
              </a:defRPr>
            </a:lvl2pPr>
            <a:lvl3pPr algn="r">
              <a:defRPr sz="900" b="1" i="0">
                <a:solidFill>
                  <a:srgbClr val="5D7180"/>
                </a:solidFill>
                <a:latin typeface="Aptos"/>
                <a:ea typeface="Aptos"/>
                <a:cs typeface="Aptos"/>
              </a:defRPr>
            </a:lvl3pPr>
            <a:lvl4pPr algn="r">
              <a:defRPr sz="900" b="1" i="0">
                <a:solidFill>
                  <a:srgbClr val="5D7180"/>
                </a:solidFill>
                <a:latin typeface="Aptos"/>
                <a:ea typeface="Aptos"/>
                <a:cs typeface="Aptos"/>
              </a:defRPr>
            </a:lvl4pPr>
            <a:lvl5pPr algn="r">
              <a:defRPr sz="900" b="1" i="0">
                <a:solidFill>
                  <a:srgbClr val="5D7180"/>
                </a:solidFill>
                <a:latin typeface="Aptos"/>
                <a:ea typeface="Aptos"/>
                <a:cs typeface="Aptos"/>
              </a:defRPr>
            </a:lvl5pPr>
            <a:lvl6pPr algn="r">
              <a:defRPr sz="900" b="1" i="0">
                <a:solidFill>
                  <a:srgbClr val="5D7180"/>
                </a:solidFill>
                <a:latin typeface="Aptos"/>
                <a:ea typeface="Aptos"/>
                <a:cs typeface="Aptos"/>
              </a:defRPr>
            </a:lvl6pPr>
            <a:lvl7pPr algn="r">
              <a:defRPr sz="900" b="1" i="0">
                <a:solidFill>
                  <a:srgbClr val="5D7180"/>
                </a:solidFill>
                <a:latin typeface="Aptos"/>
                <a:ea typeface="Aptos"/>
                <a:cs typeface="Aptos"/>
              </a:defRPr>
            </a:lvl7pPr>
            <a:lvl8pPr algn="r">
              <a:defRPr sz="900" b="1" i="0">
                <a:solidFill>
                  <a:srgbClr val="5D7180"/>
                </a:solidFill>
                <a:latin typeface="Aptos"/>
                <a:ea typeface="Aptos"/>
                <a:cs typeface="Aptos"/>
              </a:defRPr>
            </a:lvl8pPr>
            <a:lvl9pPr algn="r">
              <a:defRPr sz="900" b="1" i="0">
                <a:solidFill>
                  <a:srgbClr val="5D7180"/>
                </a:solidFill>
                <a:latin typeface="Aptos"/>
                <a:ea typeface="Aptos"/>
                <a:cs typeface="Aptos"/>
              </a:defRPr>
            </a:lvl9pPr>
          </a:lstStyle>
          <a:p xmlns:a="http://schemas.openxmlformats.org/drawingml/2006/main">
            <a:pPr algn="r">
              <a:defRPr sz="900" b="1" i="0">
                <a:solidFill>
                  <a:srgbClr val="5D7180"/>
                </a:solidFill>
                <a:latin typeface="Aptos"/>
                <a:ea typeface="Aptos"/>
                <a:cs typeface="Aptos"/>
              </a:defRPr>
            </a:pPr>
            <a:r>
              <a:rPr sz="900" b="1" i="0">
                <a:solidFill>
                  <a:srgbClr val="5D7180"/>
                </a:solidFill>
                <a:latin typeface="Aptos"/>
                <a:ea typeface="Aptos"/>
                <a:cs typeface="Aptos"/>
              </a:rPr>
              <a:t>04</a:t>
            </a:r>
          </a:p>
        </p:txBody>
      </p:sp>
      <p:sp>
        <p:nvSpPr>
          <p:cNvPr id="7" name="">
            <a:extLst xmlns:a="http://schemas.openxmlformats.org/drawingml/2006/main">
              <a:ext uri="{FF2B5EF4-FFF2-40B4-BE49-F238E27FC236}">
                <a16:creationId xmlns:a16="http://schemas.microsoft.com/office/drawing/2014/main" id="{0E51B233-D1DB-4D14-8128-9CF92F447584}"/>
              </a:ext>
            </a:extLst>
          </p:cNvPr>
          <p:cNvSpPr>
            <a:spLocks xmlns:a="http://schemas.openxmlformats.org/drawingml/2006/main" noGrp="1"/>
          </p:cNvSpPr>
          <p:nvPr/>
        </p:nvSpPr>
        <p:spPr>
          <a:xfrm xmlns:a="http://schemas.openxmlformats.org/drawingml/2006/main">
            <a:off x="514350" y="1933575"/>
            <a:ext cx="2571750" cy="2781300"/>
          </a:xfrm>
          <a:prstGeom xmlns:a="http://schemas.openxmlformats.org/drawingml/2006/main" prst="roundRect">
            <a:avLst>
              <a:gd name="adj" fmla="val 2963"/>
            </a:avLst>
          </a:prstGeom>
          <a:solidFill xmlns:a="http://schemas.openxmlformats.org/drawingml/2006/main">
            <a:srgbClr val="FFFFFF"/>
          </a:solidFill>
          <a:ln xmlns:a="http://schemas.openxmlformats.org/drawingml/2006/main" w="9525">
            <a:solidFill>
              <a:srgbClr val="D9E1E4"/>
            </a:solidFill>
            <a:prstDash val="solid"/>
          </a:ln>
        </p:spPr>
      </p:sp>
      <p:sp>
        <p:nvSpPr>
          <p:cNvPr id="8" name="">
            <a:extLst xmlns:a="http://schemas.openxmlformats.org/drawingml/2006/main">
              <a:ext uri="{FF2B5EF4-FFF2-40B4-BE49-F238E27FC236}">
                <a16:creationId xmlns:a16="http://schemas.microsoft.com/office/drawing/2014/main" id="{C689BB8C-31AC-4FE3-97C4-90B04B1E628F}"/>
              </a:ext>
            </a:extLst>
          </p:cNvPr>
          <p:cNvSpPr>
            <a:spLocks xmlns:a="http://schemas.openxmlformats.org/drawingml/2006/main" noGrp="1"/>
          </p:cNvSpPr>
          <p:nvPr/>
        </p:nvSpPr>
        <p:spPr>
          <a:xfrm xmlns:a="http://schemas.openxmlformats.org/drawingml/2006/main">
            <a:off x="723900" y="2152650"/>
            <a:ext cx="419100" cy="419100"/>
          </a:xfrm>
          <a:prstGeom xmlns:a="http://schemas.openxmlformats.org/drawingml/2006/main" prst="roundRect">
            <a:avLst>
              <a:gd name="adj" fmla="val 18182"/>
            </a:avLst>
          </a:prstGeom>
          <a:solidFill xmlns:a="http://schemas.openxmlformats.org/drawingml/2006/main">
            <a:srgbClr val="00A6A6"/>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26114C8-65E5-4140-9846-18602C97F60A}"/>
              </a:ext>
            </a:extLst>
          </p:cNvPr>
          <p:cNvSpPr>
            <a:spLocks xmlns:a="http://schemas.openxmlformats.org/drawingml/2006/main" noGrp="1"/>
          </p:cNvSpPr>
          <p:nvPr/>
        </p:nvSpPr>
        <p:spPr>
          <a:xfrm xmlns:a="http://schemas.openxmlformats.org/drawingml/2006/main">
            <a:off x="723900" y="2171700"/>
            <a:ext cx="419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ctr">
              <a:defRPr sz="1275" b="1" i="0">
                <a:solidFill>
                  <a:srgbClr val="FFFFFF"/>
                </a:solidFill>
                <a:latin typeface="Aptos"/>
                <a:ea typeface="Aptos"/>
                <a:cs typeface="Aptos"/>
              </a:defRPr>
            </a:defPPr>
            <a:lvl1pPr algn="ctr">
              <a:defRPr sz="1275" b="1" i="0">
                <a:solidFill>
                  <a:srgbClr val="FFFFFF"/>
                </a:solidFill>
                <a:latin typeface="Aptos"/>
                <a:ea typeface="Aptos"/>
                <a:cs typeface="Aptos"/>
              </a:defRPr>
            </a:lvl1pPr>
            <a:lvl2pPr algn="ctr">
              <a:defRPr sz="1275" b="1" i="0">
                <a:solidFill>
                  <a:srgbClr val="FFFFFF"/>
                </a:solidFill>
                <a:latin typeface="Aptos"/>
                <a:ea typeface="Aptos"/>
                <a:cs typeface="Aptos"/>
              </a:defRPr>
            </a:lvl2pPr>
            <a:lvl3pPr algn="ctr">
              <a:defRPr sz="1275" b="1" i="0">
                <a:solidFill>
                  <a:srgbClr val="FFFFFF"/>
                </a:solidFill>
                <a:latin typeface="Aptos"/>
                <a:ea typeface="Aptos"/>
                <a:cs typeface="Aptos"/>
              </a:defRPr>
            </a:lvl3pPr>
            <a:lvl4pPr algn="ctr">
              <a:defRPr sz="1275" b="1" i="0">
                <a:solidFill>
                  <a:srgbClr val="FFFFFF"/>
                </a:solidFill>
                <a:latin typeface="Aptos"/>
                <a:ea typeface="Aptos"/>
                <a:cs typeface="Aptos"/>
              </a:defRPr>
            </a:lvl4pPr>
            <a:lvl5pPr algn="ctr">
              <a:defRPr sz="1275" b="1" i="0">
                <a:solidFill>
                  <a:srgbClr val="FFFFFF"/>
                </a:solidFill>
                <a:latin typeface="Aptos"/>
                <a:ea typeface="Aptos"/>
                <a:cs typeface="Aptos"/>
              </a:defRPr>
            </a:lvl5pPr>
            <a:lvl6pPr algn="ctr">
              <a:defRPr sz="1275" b="1" i="0">
                <a:solidFill>
                  <a:srgbClr val="FFFFFF"/>
                </a:solidFill>
                <a:latin typeface="Aptos"/>
                <a:ea typeface="Aptos"/>
                <a:cs typeface="Aptos"/>
              </a:defRPr>
            </a:lvl6pPr>
            <a:lvl7pPr algn="ctr">
              <a:defRPr sz="1275" b="1" i="0">
                <a:solidFill>
                  <a:srgbClr val="FFFFFF"/>
                </a:solidFill>
                <a:latin typeface="Aptos"/>
                <a:ea typeface="Aptos"/>
                <a:cs typeface="Aptos"/>
              </a:defRPr>
            </a:lvl7pPr>
            <a:lvl8pPr algn="ctr">
              <a:defRPr sz="1275" b="1" i="0">
                <a:solidFill>
                  <a:srgbClr val="FFFFFF"/>
                </a:solidFill>
                <a:latin typeface="Aptos"/>
                <a:ea typeface="Aptos"/>
                <a:cs typeface="Aptos"/>
              </a:defRPr>
            </a:lvl8pPr>
            <a:lvl9pPr algn="ctr">
              <a:defRPr sz="1275" b="1" i="0">
                <a:solidFill>
                  <a:srgbClr val="FFFFFF"/>
                </a:solidFill>
                <a:latin typeface="Aptos"/>
                <a:ea typeface="Aptos"/>
                <a:cs typeface="Aptos"/>
              </a:defRPr>
            </a:lvl9pPr>
          </a:lstStyle>
          <a:p xmlns:a="http://schemas.openxmlformats.org/drawingml/2006/main">
            <a:pPr algn="ctr">
              <a:defRPr sz="1275" b="1" i="0">
                <a:solidFill>
                  <a:srgbClr val="FFFFFF"/>
                </a:solidFill>
                <a:latin typeface="Aptos"/>
                <a:ea typeface="Aptos"/>
                <a:cs typeface="Aptos"/>
              </a:defRPr>
            </a:pPr>
            <a:r>
              <a:rPr sz="1275" b="1" i="0">
                <a:solidFill>
                  <a:srgbClr val="FFFFFF"/>
                </a:solidFill>
                <a:latin typeface="Aptos"/>
                <a:ea typeface="Aptos"/>
                <a:cs typeface="Aptos"/>
              </a:rPr>
              <a:t>01</a:t>
            </a:r>
          </a:p>
        </p:txBody>
      </p:sp>
      <p:sp>
        <p:nvSpPr>
          <p:cNvPr id="10" name="">
            <a:extLst xmlns:a="http://schemas.openxmlformats.org/drawingml/2006/main">
              <a:ext uri="{FF2B5EF4-FFF2-40B4-BE49-F238E27FC236}">
                <a16:creationId xmlns:a16="http://schemas.microsoft.com/office/drawing/2014/main" id="{58F1FC7A-C798-4BB3-ACDF-2CD1060F0697}"/>
              </a:ext>
            </a:extLst>
          </p:cNvPr>
          <p:cNvSpPr>
            <a:spLocks xmlns:a="http://schemas.openxmlformats.org/drawingml/2006/main" noGrp="1"/>
          </p:cNvSpPr>
          <p:nvPr/>
        </p:nvSpPr>
        <p:spPr>
          <a:xfrm xmlns:a="http://schemas.openxmlformats.org/drawingml/2006/main">
            <a:off x="723900" y="2771775"/>
            <a:ext cx="2152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650" b="1" i="0">
                <a:solidFill>
                  <a:srgbClr val="102B3F"/>
                </a:solidFill>
                <a:latin typeface="Aptos"/>
                <a:ea typeface="Aptos"/>
                <a:cs typeface="Aptos"/>
              </a:defRPr>
            </a:defPPr>
            <a:lvl1pPr algn="l">
              <a:defRPr sz="1650" b="1" i="0">
                <a:solidFill>
                  <a:srgbClr val="102B3F"/>
                </a:solidFill>
                <a:latin typeface="Aptos"/>
                <a:ea typeface="Aptos"/>
                <a:cs typeface="Aptos"/>
              </a:defRPr>
            </a:lvl1pPr>
            <a:lvl2pPr algn="l">
              <a:defRPr sz="1650" b="1" i="0">
                <a:solidFill>
                  <a:srgbClr val="102B3F"/>
                </a:solidFill>
                <a:latin typeface="Aptos"/>
                <a:ea typeface="Aptos"/>
                <a:cs typeface="Aptos"/>
              </a:defRPr>
            </a:lvl2pPr>
            <a:lvl3pPr algn="l">
              <a:defRPr sz="1650" b="1" i="0">
                <a:solidFill>
                  <a:srgbClr val="102B3F"/>
                </a:solidFill>
                <a:latin typeface="Aptos"/>
                <a:ea typeface="Aptos"/>
                <a:cs typeface="Aptos"/>
              </a:defRPr>
            </a:lvl3pPr>
            <a:lvl4pPr algn="l">
              <a:defRPr sz="1650" b="1" i="0">
                <a:solidFill>
                  <a:srgbClr val="102B3F"/>
                </a:solidFill>
                <a:latin typeface="Aptos"/>
                <a:ea typeface="Aptos"/>
                <a:cs typeface="Aptos"/>
              </a:defRPr>
            </a:lvl4pPr>
            <a:lvl5pPr algn="l">
              <a:defRPr sz="1650" b="1" i="0">
                <a:solidFill>
                  <a:srgbClr val="102B3F"/>
                </a:solidFill>
                <a:latin typeface="Aptos"/>
                <a:ea typeface="Aptos"/>
                <a:cs typeface="Aptos"/>
              </a:defRPr>
            </a:lvl5pPr>
            <a:lvl6pPr algn="l">
              <a:defRPr sz="1650" b="1" i="0">
                <a:solidFill>
                  <a:srgbClr val="102B3F"/>
                </a:solidFill>
                <a:latin typeface="Aptos"/>
                <a:ea typeface="Aptos"/>
                <a:cs typeface="Aptos"/>
              </a:defRPr>
            </a:lvl6pPr>
            <a:lvl7pPr algn="l">
              <a:defRPr sz="1650" b="1" i="0">
                <a:solidFill>
                  <a:srgbClr val="102B3F"/>
                </a:solidFill>
                <a:latin typeface="Aptos"/>
                <a:ea typeface="Aptos"/>
                <a:cs typeface="Aptos"/>
              </a:defRPr>
            </a:lvl7pPr>
            <a:lvl8pPr algn="l">
              <a:defRPr sz="1650" b="1" i="0">
                <a:solidFill>
                  <a:srgbClr val="102B3F"/>
                </a:solidFill>
                <a:latin typeface="Aptos"/>
                <a:ea typeface="Aptos"/>
                <a:cs typeface="Aptos"/>
              </a:defRPr>
            </a:lvl8pPr>
            <a:lvl9pPr algn="l">
              <a:defRPr sz="1650" b="1" i="0">
                <a:solidFill>
                  <a:srgbClr val="102B3F"/>
                </a:solidFill>
                <a:latin typeface="Aptos"/>
                <a:ea typeface="Aptos"/>
                <a:cs typeface="Aptos"/>
              </a:defRPr>
            </a:lvl9pPr>
          </a:lstStyle>
          <a:p xmlns:a="http://schemas.openxmlformats.org/drawingml/2006/main">
            <a:pPr algn="l">
              <a:defRPr sz="1650" b="1" i="0">
                <a:solidFill>
                  <a:srgbClr val="102B3F"/>
                </a:solidFill>
                <a:latin typeface="Aptos"/>
                <a:ea typeface="Aptos"/>
                <a:cs typeface="Aptos"/>
              </a:defRPr>
            </a:pPr>
            <a:r>
              <a:rPr sz="1650" b="1" i="0">
                <a:solidFill>
                  <a:srgbClr val="102B3F"/>
                </a:solidFill>
                <a:latin typeface="Aptos"/>
                <a:ea typeface="Aptos"/>
                <a:cs typeface="Aptos"/>
              </a:rPr>
              <a:t>Separación</a:t>
            </a:r>
          </a:p>
        </p:txBody>
      </p:sp>
      <p:sp>
        <p:nvSpPr>
          <p:cNvPr id="11" name="">
            <a:extLst xmlns:a="http://schemas.openxmlformats.org/drawingml/2006/main">
              <a:ext uri="{FF2B5EF4-FFF2-40B4-BE49-F238E27FC236}">
                <a16:creationId xmlns:a16="http://schemas.microsoft.com/office/drawing/2014/main" id="{AA4DF936-D4B8-412E-AF26-EC88CF77E0AB}"/>
              </a:ext>
            </a:extLst>
          </p:cNvPr>
          <p:cNvSpPr>
            <a:spLocks xmlns:a="http://schemas.openxmlformats.org/drawingml/2006/main" noGrp="1"/>
          </p:cNvSpPr>
          <p:nvPr/>
        </p:nvSpPr>
        <p:spPr>
          <a:xfrm xmlns:a="http://schemas.openxmlformats.org/drawingml/2006/main">
            <a:off x="723900" y="3267075"/>
            <a:ext cx="21526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350" b="0" i="0">
                <a:solidFill>
                  <a:srgbClr val="5D7180"/>
                </a:solidFill>
                <a:latin typeface="Aptos"/>
                <a:ea typeface="Aptos"/>
                <a:cs typeface="Aptos"/>
              </a:defRPr>
            </a:defPPr>
            <a:lvl1pPr algn="l">
              <a:defRPr sz="1350" b="0" i="0">
                <a:solidFill>
                  <a:srgbClr val="5D7180"/>
                </a:solidFill>
                <a:latin typeface="Aptos"/>
                <a:ea typeface="Aptos"/>
                <a:cs typeface="Aptos"/>
              </a:defRPr>
            </a:lvl1pPr>
            <a:lvl2pPr algn="l">
              <a:defRPr sz="1350" b="0" i="0">
                <a:solidFill>
                  <a:srgbClr val="5D7180"/>
                </a:solidFill>
                <a:latin typeface="Aptos"/>
                <a:ea typeface="Aptos"/>
                <a:cs typeface="Aptos"/>
              </a:defRPr>
            </a:lvl2pPr>
            <a:lvl3pPr algn="l">
              <a:defRPr sz="1350" b="0" i="0">
                <a:solidFill>
                  <a:srgbClr val="5D7180"/>
                </a:solidFill>
                <a:latin typeface="Aptos"/>
                <a:ea typeface="Aptos"/>
                <a:cs typeface="Aptos"/>
              </a:defRPr>
            </a:lvl3pPr>
            <a:lvl4pPr algn="l">
              <a:defRPr sz="1350" b="0" i="0">
                <a:solidFill>
                  <a:srgbClr val="5D7180"/>
                </a:solidFill>
                <a:latin typeface="Aptos"/>
                <a:ea typeface="Aptos"/>
                <a:cs typeface="Aptos"/>
              </a:defRPr>
            </a:lvl4pPr>
            <a:lvl5pPr algn="l">
              <a:defRPr sz="1350" b="0" i="0">
                <a:solidFill>
                  <a:srgbClr val="5D7180"/>
                </a:solidFill>
                <a:latin typeface="Aptos"/>
                <a:ea typeface="Aptos"/>
                <a:cs typeface="Aptos"/>
              </a:defRPr>
            </a:lvl5pPr>
            <a:lvl6pPr algn="l">
              <a:defRPr sz="1350" b="0" i="0">
                <a:solidFill>
                  <a:srgbClr val="5D7180"/>
                </a:solidFill>
                <a:latin typeface="Aptos"/>
                <a:ea typeface="Aptos"/>
                <a:cs typeface="Aptos"/>
              </a:defRPr>
            </a:lvl6pPr>
            <a:lvl7pPr algn="l">
              <a:defRPr sz="1350" b="0" i="0">
                <a:solidFill>
                  <a:srgbClr val="5D7180"/>
                </a:solidFill>
                <a:latin typeface="Aptos"/>
                <a:ea typeface="Aptos"/>
                <a:cs typeface="Aptos"/>
              </a:defRPr>
            </a:lvl7pPr>
            <a:lvl8pPr algn="l">
              <a:defRPr sz="1350" b="0" i="0">
                <a:solidFill>
                  <a:srgbClr val="5D7180"/>
                </a:solidFill>
                <a:latin typeface="Aptos"/>
                <a:ea typeface="Aptos"/>
                <a:cs typeface="Aptos"/>
              </a:defRPr>
            </a:lvl8pPr>
            <a:lvl9pPr algn="l">
              <a:defRPr sz="1350" b="0" i="0">
                <a:solidFill>
                  <a:srgbClr val="5D7180"/>
                </a:solidFill>
                <a:latin typeface="Aptos"/>
                <a:ea typeface="Aptos"/>
                <a:cs typeface="Aptos"/>
              </a:defRPr>
            </a:lvl9pPr>
          </a:lstStyle>
          <a:p xmlns:a="http://schemas.openxmlformats.org/drawingml/2006/main">
            <a:pPr algn="l">
              <a:defRPr sz="1350" b="0" i="0">
                <a:solidFill>
                  <a:srgbClr val="5D7180"/>
                </a:solidFill>
                <a:latin typeface="Aptos"/>
                <a:ea typeface="Aptos"/>
                <a:cs typeface="Aptos"/>
              </a:defRPr>
            </a:pPr>
            <a:r>
              <a:rPr sz="1350" b="0" i="0">
                <a:solidFill>
                  <a:srgbClr val="5D7180"/>
                </a:solidFill>
                <a:latin typeface="Aptos"/>
                <a:ea typeface="Aptos"/>
                <a:cs typeface="Aptos"/>
              </a:rPr>
              <a:t>80% desarrollo</a:t>
            </a:r>
          </a:p>
          <a:p xmlns:a="http://schemas.openxmlformats.org/drawingml/2006/main">
            <a:pPr algn="l">
              <a:defRPr sz="1350" b="0" i="0">
                <a:solidFill>
                  <a:srgbClr val="5D7180"/>
                </a:solidFill>
                <a:latin typeface="Aptos"/>
                <a:ea typeface="Aptos"/>
                <a:cs typeface="Aptos"/>
              </a:defRPr>
            </a:pPr>
            <a:r>
              <a:rPr sz="1350" b="0" i="0">
                <a:solidFill>
                  <a:srgbClr val="5D7180"/>
                </a:solidFill>
                <a:latin typeface="Aptos"/>
                <a:ea typeface="Aptos"/>
                <a:cs typeface="Aptos"/>
              </a:rPr>
              <a:t>20% prueba</a:t>
            </a:r>
          </a:p>
          <a:p xmlns:a="http://schemas.openxmlformats.org/drawingml/2006/main">
            <a:pPr algn="l">
              <a:defRPr sz="1350" b="0" i="0">
                <a:solidFill>
                  <a:srgbClr val="5D7180"/>
                </a:solidFill>
                <a:latin typeface="Aptos"/>
                <a:ea typeface="Aptos"/>
                <a:cs typeface="Aptos"/>
              </a:defRPr>
            </a:pPr>
            <a:r>
              <a:rPr sz="1350" b="0" i="0">
                <a:solidFill>
                  <a:srgbClr val="5D7180"/>
                </a:solidFill>
                <a:latin typeface="Aptos"/>
                <a:ea typeface="Aptos"/>
                <a:cs typeface="Aptos"/>
              </a:rPr>
              <a:t>Estratificada · semilla 42</a:t>
            </a:r>
          </a:p>
        </p:txBody>
      </p:sp>
      <p:sp>
        <p:nvSpPr>
          <p:cNvPr id="12" name="">
            <a:extLst xmlns:a="http://schemas.openxmlformats.org/drawingml/2006/main">
              <a:ext uri="{FF2B5EF4-FFF2-40B4-BE49-F238E27FC236}">
                <a16:creationId xmlns:a16="http://schemas.microsoft.com/office/drawing/2014/main" id="{AB251AC3-46BF-4F8F-BF53-31A3D9AD6C75}"/>
              </a:ext>
            </a:extLst>
          </p:cNvPr>
          <p:cNvSpPr>
            <a:spLocks xmlns:a="http://schemas.openxmlformats.org/drawingml/2006/main" noGrp="1"/>
          </p:cNvSpPr>
          <p:nvPr/>
        </p:nvSpPr>
        <p:spPr>
          <a:xfrm xmlns:a="http://schemas.openxmlformats.org/drawingml/2006/main">
            <a:off x="3333750" y="1933575"/>
            <a:ext cx="2571750" cy="2781300"/>
          </a:xfrm>
          <a:prstGeom xmlns:a="http://schemas.openxmlformats.org/drawingml/2006/main" prst="roundRect">
            <a:avLst>
              <a:gd name="adj" fmla="val 2963"/>
            </a:avLst>
          </a:prstGeom>
          <a:solidFill xmlns:a="http://schemas.openxmlformats.org/drawingml/2006/main">
            <a:srgbClr val="FFFFFF"/>
          </a:solidFill>
          <a:ln xmlns:a="http://schemas.openxmlformats.org/drawingml/2006/main" w="9525">
            <a:solidFill>
              <a:srgbClr val="D9E1E4"/>
            </a:solidFill>
            <a:prstDash val="solid"/>
          </a:ln>
        </p:spPr>
      </p:sp>
      <p:sp>
        <p:nvSpPr>
          <p:cNvPr id="13" name="">
            <a:extLst xmlns:a="http://schemas.openxmlformats.org/drawingml/2006/main">
              <a:ext uri="{FF2B5EF4-FFF2-40B4-BE49-F238E27FC236}">
                <a16:creationId xmlns:a16="http://schemas.microsoft.com/office/drawing/2014/main" id="{687E6CA9-86FB-4DA2-9EB7-E5E4288DE6DA}"/>
              </a:ext>
            </a:extLst>
          </p:cNvPr>
          <p:cNvSpPr>
            <a:spLocks xmlns:a="http://schemas.openxmlformats.org/drawingml/2006/main" noGrp="1"/>
          </p:cNvSpPr>
          <p:nvPr/>
        </p:nvSpPr>
        <p:spPr>
          <a:xfrm xmlns:a="http://schemas.openxmlformats.org/drawingml/2006/main">
            <a:off x="3543300" y="2152650"/>
            <a:ext cx="419100" cy="419100"/>
          </a:xfrm>
          <a:prstGeom xmlns:a="http://schemas.openxmlformats.org/drawingml/2006/main" prst="roundRect">
            <a:avLst>
              <a:gd name="adj" fmla="val 18182"/>
            </a:avLst>
          </a:prstGeom>
          <a:solidFill xmlns:a="http://schemas.openxmlformats.org/drawingml/2006/main">
            <a:srgbClr val="E99B3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7A1CAE4-FC9E-4372-A34B-118DAB36DBAA}"/>
              </a:ext>
            </a:extLst>
          </p:cNvPr>
          <p:cNvSpPr>
            <a:spLocks xmlns:a="http://schemas.openxmlformats.org/drawingml/2006/main" noGrp="1"/>
          </p:cNvSpPr>
          <p:nvPr/>
        </p:nvSpPr>
        <p:spPr>
          <a:xfrm xmlns:a="http://schemas.openxmlformats.org/drawingml/2006/main">
            <a:off x="3543300" y="2171700"/>
            <a:ext cx="419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ctr">
              <a:defRPr sz="1275" b="1" i="0">
                <a:solidFill>
                  <a:srgbClr val="FFFFFF"/>
                </a:solidFill>
                <a:latin typeface="Aptos"/>
                <a:ea typeface="Aptos"/>
                <a:cs typeface="Aptos"/>
              </a:defRPr>
            </a:defPPr>
            <a:lvl1pPr algn="ctr">
              <a:defRPr sz="1275" b="1" i="0">
                <a:solidFill>
                  <a:srgbClr val="FFFFFF"/>
                </a:solidFill>
                <a:latin typeface="Aptos"/>
                <a:ea typeface="Aptos"/>
                <a:cs typeface="Aptos"/>
              </a:defRPr>
            </a:lvl1pPr>
            <a:lvl2pPr algn="ctr">
              <a:defRPr sz="1275" b="1" i="0">
                <a:solidFill>
                  <a:srgbClr val="FFFFFF"/>
                </a:solidFill>
                <a:latin typeface="Aptos"/>
                <a:ea typeface="Aptos"/>
                <a:cs typeface="Aptos"/>
              </a:defRPr>
            </a:lvl2pPr>
            <a:lvl3pPr algn="ctr">
              <a:defRPr sz="1275" b="1" i="0">
                <a:solidFill>
                  <a:srgbClr val="FFFFFF"/>
                </a:solidFill>
                <a:latin typeface="Aptos"/>
                <a:ea typeface="Aptos"/>
                <a:cs typeface="Aptos"/>
              </a:defRPr>
            </a:lvl3pPr>
            <a:lvl4pPr algn="ctr">
              <a:defRPr sz="1275" b="1" i="0">
                <a:solidFill>
                  <a:srgbClr val="FFFFFF"/>
                </a:solidFill>
                <a:latin typeface="Aptos"/>
                <a:ea typeface="Aptos"/>
                <a:cs typeface="Aptos"/>
              </a:defRPr>
            </a:lvl4pPr>
            <a:lvl5pPr algn="ctr">
              <a:defRPr sz="1275" b="1" i="0">
                <a:solidFill>
                  <a:srgbClr val="FFFFFF"/>
                </a:solidFill>
                <a:latin typeface="Aptos"/>
                <a:ea typeface="Aptos"/>
                <a:cs typeface="Aptos"/>
              </a:defRPr>
            </a:lvl5pPr>
            <a:lvl6pPr algn="ctr">
              <a:defRPr sz="1275" b="1" i="0">
                <a:solidFill>
                  <a:srgbClr val="FFFFFF"/>
                </a:solidFill>
                <a:latin typeface="Aptos"/>
                <a:ea typeface="Aptos"/>
                <a:cs typeface="Aptos"/>
              </a:defRPr>
            </a:lvl6pPr>
            <a:lvl7pPr algn="ctr">
              <a:defRPr sz="1275" b="1" i="0">
                <a:solidFill>
                  <a:srgbClr val="FFFFFF"/>
                </a:solidFill>
                <a:latin typeface="Aptos"/>
                <a:ea typeface="Aptos"/>
                <a:cs typeface="Aptos"/>
              </a:defRPr>
            </a:lvl7pPr>
            <a:lvl8pPr algn="ctr">
              <a:defRPr sz="1275" b="1" i="0">
                <a:solidFill>
                  <a:srgbClr val="FFFFFF"/>
                </a:solidFill>
                <a:latin typeface="Aptos"/>
                <a:ea typeface="Aptos"/>
                <a:cs typeface="Aptos"/>
              </a:defRPr>
            </a:lvl8pPr>
            <a:lvl9pPr algn="ctr">
              <a:defRPr sz="1275" b="1" i="0">
                <a:solidFill>
                  <a:srgbClr val="FFFFFF"/>
                </a:solidFill>
                <a:latin typeface="Aptos"/>
                <a:ea typeface="Aptos"/>
                <a:cs typeface="Aptos"/>
              </a:defRPr>
            </a:lvl9pPr>
          </a:lstStyle>
          <a:p xmlns:a="http://schemas.openxmlformats.org/drawingml/2006/main">
            <a:pPr algn="ctr">
              <a:defRPr sz="1275" b="1" i="0">
                <a:solidFill>
                  <a:srgbClr val="FFFFFF"/>
                </a:solidFill>
                <a:latin typeface="Aptos"/>
                <a:ea typeface="Aptos"/>
                <a:cs typeface="Aptos"/>
              </a:defRPr>
            </a:pPr>
            <a:r>
              <a:rPr sz="1275" b="1" i="0">
                <a:solidFill>
                  <a:srgbClr val="FFFFFF"/>
                </a:solidFill>
                <a:latin typeface="Aptos"/>
                <a:ea typeface="Aptos"/>
                <a:cs typeface="Aptos"/>
              </a:rPr>
              <a:t>02</a:t>
            </a:r>
          </a:p>
        </p:txBody>
      </p:sp>
      <p:sp>
        <p:nvSpPr>
          <p:cNvPr id="15" name="">
            <a:extLst xmlns:a="http://schemas.openxmlformats.org/drawingml/2006/main">
              <a:ext uri="{FF2B5EF4-FFF2-40B4-BE49-F238E27FC236}">
                <a16:creationId xmlns:a16="http://schemas.microsoft.com/office/drawing/2014/main" id="{B9846987-1F59-4D5D-A6BF-3F143FC48C1D}"/>
              </a:ext>
            </a:extLst>
          </p:cNvPr>
          <p:cNvSpPr>
            <a:spLocks xmlns:a="http://schemas.openxmlformats.org/drawingml/2006/main" noGrp="1"/>
          </p:cNvSpPr>
          <p:nvPr/>
        </p:nvSpPr>
        <p:spPr>
          <a:xfrm xmlns:a="http://schemas.openxmlformats.org/drawingml/2006/main">
            <a:off x="3543300" y="2771775"/>
            <a:ext cx="2152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650" b="1" i="0">
                <a:solidFill>
                  <a:srgbClr val="102B3F"/>
                </a:solidFill>
                <a:latin typeface="Aptos"/>
                <a:ea typeface="Aptos"/>
                <a:cs typeface="Aptos"/>
              </a:defRPr>
            </a:defPPr>
            <a:lvl1pPr algn="l">
              <a:defRPr sz="1650" b="1" i="0">
                <a:solidFill>
                  <a:srgbClr val="102B3F"/>
                </a:solidFill>
                <a:latin typeface="Aptos"/>
                <a:ea typeface="Aptos"/>
                <a:cs typeface="Aptos"/>
              </a:defRPr>
            </a:lvl1pPr>
            <a:lvl2pPr algn="l">
              <a:defRPr sz="1650" b="1" i="0">
                <a:solidFill>
                  <a:srgbClr val="102B3F"/>
                </a:solidFill>
                <a:latin typeface="Aptos"/>
                <a:ea typeface="Aptos"/>
                <a:cs typeface="Aptos"/>
              </a:defRPr>
            </a:lvl2pPr>
            <a:lvl3pPr algn="l">
              <a:defRPr sz="1650" b="1" i="0">
                <a:solidFill>
                  <a:srgbClr val="102B3F"/>
                </a:solidFill>
                <a:latin typeface="Aptos"/>
                <a:ea typeface="Aptos"/>
                <a:cs typeface="Aptos"/>
              </a:defRPr>
            </a:lvl3pPr>
            <a:lvl4pPr algn="l">
              <a:defRPr sz="1650" b="1" i="0">
                <a:solidFill>
                  <a:srgbClr val="102B3F"/>
                </a:solidFill>
                <a:latin typeface="Aptos"/>
                <a:ea typeface="Aptos"/>
                <a:cs typeface="Aptos"/>
              </a:defRPr>
            </a:lvl4pPr>
            <a:lvl5pPr algn="l">
              <a:defRPr sz="1650" b="1" i="0">
                <a:solidFill>
                  <a:srgbClr val="102B3F"/>
                </a:solidFill>
                <a:latin typeface="Aptos"/>
                <a:ea typeface="Aptos"/>
                <a:cs typeface="Aptos"/>
              </a:defRPr>
            </a:lvl5pPr>
            <a:lvl6pPr algn="l">
              <a:defRPr sz="1650" b="1" i="0">
                <a:solidFill>
                  <a:srgbClr val="102B3F"/>
                </a:solidFill>
                <a:latin typeface="Aptos"/>
                <a:ea typeface="Aptos"/>
                <a:cs typeface="Aptos"/>
              </a:defRPr>
            </a:lvl6pPr>
            <a:lvl7pPr algn="l">
              <a:defRPr sz="1650" b="1" i="0">
                <a:solidFill>
                  <a:srgbClr val="102B3F"/>
                </a:solidFill>
                <a:latin typeface="Aptos"/>
                <a:ea typeface="Aptos"/>
                <a:cs typeface="Aptos"/>
              </a:defRPr>
            </a:lvl7pPr>
            <a:lvl8pPr algn="l">
              <a:defRPr sz="1650" b="1" i="0">
                <a:solidFill>
                  <a:srgbClr val="102B3F"/>
                </a:solidFill>
                <a:latin typeface="Aptos"/>
                <a:ea typeface="Aptos"/>
                <a:cs typeface="Aptos"/>
              </a:defRPr>
            </a:lvl8pPr>
            <a:lvl9pPr algn="l">
              <a:defRPr sz="1650" b="1" i="0">
                <a:solidFill>
                  <a:srgbClr val="102B3F"/>
                </a:solidFill>
                <a:latin typeface="Aptos"/>
                <a:ea typeface="Aptos"/>
                <a:cs typeface="Aptos"/>
              </a:defRPr>
            </a:lvl9pPr>
          </a:lstStyle>
          <a:p xmlns:a="http://schemas.openxmlformats.org/drawingml/2006/main">
            <a:pPr algn="l">
              <a:defRPr sz="1650" b="1" i="0">
                <a:solidFill>
                  <a:srgbClr val="102B3F"/>
                </a:solidFill>
                <a:latin typeface="Aptos"/>
                <a:ea typeface="Aptos"/>
                <a:cs typeface="Aptos"/>
              </a:defRPr>
            </a:pPr>
            <a:r>
              <a:rPr sz="1650" b="1" i="0">
                <a:solidFill>
                  <a:srgbClr val="102B3F"/>
                </a:solidFill>
                <a:latin typeface="Aptos"/>
                <a:ea typeface="Aptos"/>
                <a:cs typeface="Aptos"/>
              </a:rPr>
              <a:t>Ajuste</a:t>
            </a:r>
          </a:p>
        </p:txBody>
      </p:sp>
      <p:sp>
        <p:nvSpPr>
          <p:cNvPr id="16" name="">
            <a:extLst xmlns:a="http://schemas.openxmlformats.org/drawingml/2006/main">
              <a:ext uri="{FF2B5EF4-FFF2-40B4-BE49-F238E27FC236}">
                <a16:creationId xmlns:a16="http://schemas.microsoft.com/office/drawing/2014/main" id="{C8EFE784-B107-4F87-9163-C33B551EA13B}"/>
              </a:ext>
            </a:extLst>
          </p:cNvPr>
          <p:cNvSpPr>
            <a:spLocks xmlns:a="http://schemas.openxmlformats.org/drawingml/2006/main" noGrp="1"/>
          </p:cNvSpPr>
          <p:nvPr/>
        </p:nvSpPr>
        <p:spPr>
          <a:xfrm xmlns:a="http://schemas.openxmlformats.org/drawingml/2006/main">
            <a:off x="3543300" y="3267075"/>
            <a:ext cx="21526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350" b="0" i="0">
                <a:solidFill>
                  <a:srgbClr val="5D7180"/>
                </a:solidFill>
                <a:latin typeface="Aptos"/>
                <a:ea typeface="Aptos"/>
                <a:cs typeface="Aptos"/>
              </a:defRPr>
            </a:defPPr>
            <a:lvl1pPr algn="l">
              <a:defRPr sz="1350" b="0" i="0">
                <a:solidFill>
                  <a:srgbClr val="5D7180"/>
                </a:solidFill>
                <a:latin typeface="Aptos"/>
                <a:ea typeface="Aptos"/>
                <a:cs typeface="Aptos"/>
              </a:defRPr>
            </a:lvl1pPr>
            <a:lvl2pPr algn="l">
              <a:defRPr sz="1350" b="0" i="0">
                <a:solidFill>
                  <a:srgbClr val="5D7180"/>
                </a:solidFill>
                <a:latin typeface="Aptos"/>
                <a:ea typeface="Aptos"/>
                <a:cs typeface="Aptos"/>
              </a:defRPr>
            </a:lvl2pPr>
            <a:lvl3pPr algn="l">
              <a:defRPr sz="1350" b="0" i="0">
                <a:solidFill>
                  <a:srgbClr val="5D7180"/>
                </a:solidFill>
                <a:latin typeface="Aptos"/>
                <a:ea typeface="Aptos"/>
                <a:cs typeface="Aptos"/>
              </a:defRPr>
            </a:lvl3pPr>
            <a:lvl4pPr algn="l">
              <a:defRPr sz="1350" b="0" i="0">
                <a:solidFill>
                  <a:srgbClr val="5D7180"/>
                </a:solidFill>
                <a:latin typeface="Aptos"/>
                <a:ea typeface="Aptos"/>
                <a:cs typeface="Aptos"/>
              </a:defRPr>
            </a:lvl4pPr>
            <a:lvl5pPr algn="l">
              <a:defRPr sz="1350" b="0" i="0">
                <a:solidFill>
                  <a:srgbClr val="5D7180"/>
                </a:solidFill>
                <a:latin typeface="Aptos"/>
                <a:ea typeface="Aptos"/>
                <a:cs typeface="Aptos"/>
              </a:defRPr>
            </a:lvl5pPr>
            <a:lvl6pPr algn="l">
              <a:defRPr sz="1350" b="0" i="0">
                <a:solidFill>
                  <a:srgbClr val="5D7180"/>
                </a:solidFill>
                <a:latin typeface="Aptos"/>
                <a:ea typeface="Aptos"/>
                <a:cs typeface="Aptos"/>
              </a:defRPr>
            </a:lvl6pPr>
            <a:lvl7pPr algn="l">
              <a:defRPr sz="1350" b="0" i="0">
                <a:solidFill>
                  <a:srgbClr val="5D7180"/>
                </a:solidFill>
                <a:latin typeface="Aptos"/>
                <a:ea typeface="Aptos"/>
                <a:cs typeface="Aptos"/>
              </a:defRPr>
            </a:lvl7pPr>
            <a:lvl8pPr algn="l">
              <a:defRPr sz="1350" b="0" i="0">
                <a:solidFill>
                  <a:srgbClr val="5D7180"/>
                </a:solidFill>
                <a:latin typeface="Aptos"/>
                <a:ea typeface="Aptos"/>
                <a:cs typeface="Aptos"/>
              </a:defRPr>
            </a:lvl8pPr>
            <a:lvl9pPr algn="l">
              <a:defRPr sz="1350" b="0" i="0">
                <a:solidFill>
                  <a:srgbClr val="5D7180"/>
                </a:solidFill>
                <a:latin typeface="Aptos"/>
                <a:ea typeface="Aptos"/>
                <a:cs typeface="Aptos"/>
              </a:defRPr>
            </a:lvl9pPr>
          </a:lstStyle>
          <a:p xmlns:a="http://schemas.openxmlformats.org/drawingml/2006/main">
            <a:pPr algn="l">
              <a:defRPr sz="1350" b="0" i="0">
                <a:solidFill>
                  <a:srgbClr val="5D7180"/>
                </a:solidFill>
                <a:latin typeface="Aptos"/>
                <a:ea typeface="Aptos"/>
                <a:cs typeface="Aptos"/>
              </a:defRPr>
            </a:pPr>
            <a:r>
              <a:rPr sz="1350" b="0" i="0">
                <a:solidFill>
                  <a:srgbClr val="5D7180"/>
                </a:solidFill>
                <a:latin typeface="Aptos"/>
                <a:ea typeface="Aptos"/>
                <a:cs typeface="Aptos"/>
              </a:rPr>
              <a:t>Validación cruzada</a:t>
            </a:r>
          </a:p>
          <a:p xmlns:a="http://schemas.openxmlformats.org/drawingml/2006/main">
            <a:pPr algn="l">
              <a:defRPr sz="1350" b="0" i="0">
                <a:solidFill>
                  <a:srgbClr val="5D7180"/>
                </a:solidFill>
                <a:latin typeface="Aptos"/>
                <a:ea typeface="Aptos"/>
                <a:cs typeface="Aptos"/>
              </a:defRPr>
            </a:pPr>
            <a:r>
              <a:rPr sz="1350" b="0" i="0">
                <a:solidFill>
                  <a:srgbClr val="5D7180"/>
                </a:solidFill>
                <a:latin typeface="Aptos"/>
                <a:ea typeface="Aptos"/>
                <a:cs typeface="Aptos"/>
              </a:rPr>
              <a:t>3 folds en desarrollo</a:t>
            </a:r>
          </a:p>
          <a:p xmlns:a="http://schemas.openxmlformats.org/drawingml/2006/main">
            <a:pPr algn="l">
              <a:defRPr sz="1350" b="0" i="0">
                <a:solidFill>
                  <a:srgbClr val="5D7180"/>
                </a:solidFill>
                <a:latin typeface="Aptos"/>
                <a:ea typeface="Aptos"/>
                <a:cs typeface="Aptos"/>
              </a:defRPr>
            </a:pPr>
            <a:r>
              <a:rPr sz="1350" b="0" i="0">
                <a:solidFill>
                  <a:srgbClr val="5D7180"/>
                </a:solidFill>
                <a:latin typeface="Aptos"/>
                <a:ea typeface="Aptos"/>
                <a:cs typeface="Aptos"/>
              </a:rPr>
              <a:t>Búsqueda de hiperparámetros</a:t>
            </a:r>
          </a:p>
        </p:txBody>
      </p:sp>
      <p:sp>
        <p:nvSpPr>
          <p:cNvPr id="17" name="">
            <a:extLst xmlns:a="http://schemas.openxmlformats.org/drawingml/2006/main">
              <a:ext uri="{FF2B5EF4-FFF2-40B4-BE49-F238E27FC236}">
                <a16:creationId xmlns:a16="http://schemas.microsoft.com/office/drawing/2014/main" id="{4587A7C7-1F24-4DDD-A512-AADA621C5654}"/>
              </a:ext>
            </a:extLst>
          </p:cNvPr>
          <p:cNvSpPr>
            <a:spLocks xmlns:a="http://schemas.openxmlformats.org/drawingml/2006/main" noGrp="1"/>
          </p:cNvSpPr>
          <p:nvPr/>
        </p:nvSpPr>
        <p:spPr>
          <a:xfrm xmlns:a="http://schemas.openxmlformats.org/drawingml/2006/main">
            <a:off x="6153150" y="1933575"/>
            <a:ext cx="2571750" cy="2781300"/>
          </a:xfrm>
          <a:prstGeom xmlns:a="http://schemas.openxmlformats.org/drawingml/2006/main" prst="roundRect">
            <a:avLst>
              <a:gd name="adj" fmla="val 2963"/>
            </a:avLst>
          </a:prstGeom>
          <a:solidFill xmlns:a="http://schemas.openxmlformats.org/drawingml/2006/main">
            <a:srgbClr val="FFFFFF"/>
          </a:solidFill>
          <a:ln xmlns:a="http://schemas.openxmlformats.org/drawingml/2006/main" w="9525">
            <a:solidFill>
              <a:srgbClr val="D9E1E4"/>
            </a:solidFill>
            <a:prstDash val="solid"/>
          </a:ln>
        </p:spPr>
      </p:sp>
      <p:sp>
        <p:nvSpPr>
          <p:cNvPr id="18" name="">
            <a:extLst xmlns:a="http://schemas.openxmlformats.org/drawingml/2006/main">
              <a:ext uri="{FF2B5EF4-FFF2-40B4-BE49-F238E27FC236}">
                <a16:creationId xmlns:a16="http://schemas.microsoft.com/office/drawing/2014/main" id="{046F9C0F-1251-4EA4-A1FC-665AC897FE47}"/>
              </a:ext>
            </a:extLst>
          </p:cNvPr>
          <p:cNvSpPr>
            <a:spLocks xmlns:a="http://schemas.openxmlformats.org/drawingml/2006/main" noGrp="1"/>
          </p:cNvSpPr>
          <p:nvPr/>
        </p:nvSpPr>
        <p:spPr>
          <a:xfrm xmlns:a="http://schemas.openxmlformats.org/drawingml/2006/main">
            <a:off x="6362700" y="2152650"/>
            <a:ext cx="419100" cy="419100"/>
          </a:xfrm>
          <a:prstGeom xmlns:a="http://schemas.openxmlformats.org/drawingml/2006/main" prst="roundRect">
            <a:avLst>
              <a:gd name="adj" fmla="val 18182"/>
            </a:avLst>
          </a:prstGeom>
          <a:solidFill xmlns:a="http://schemas.openxmlformats.org/drawingml/2006/main">
            <a:srgbClr val="2D8A7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70090AE-5129-45D6-BA2A-60E164CDFFAA}"/>
              </a:ext>
            </a:extLst>
          </p:cNvPr>
          <p:cNvSpPr>
            <a:spLocks xmlns:a="http://schemas.openxmlformats.org/drawingml/2006/main" noGrp="1"/>
          </p:cNvSpPr>
          <p:nvPr/>
        </p:nvSpPr>
        <p:spPr>
          <a:xfrm xmlns:a="http://schemas.openxmlformats.org/drawingml/2006/main">
            <a:off x="6362700" y="2171700"/>
            <a:ext cx="419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ctr">
              <a:defRPr sz="1275" b="1" i="0">
                <a:solidFill>
                  <a:srgbClr val="FFFFFF"/>
                </a:solidFill>
                <a:latin typeface="Aptos"/>
                <a:ea typeface="Aptos"/>
                <a:cs typeface="Aptos"/>
              </a:defRPr>
            </a:defPPr>
            <a:lvl1pPr algn="ctr">
              <a:defRPr sz="1275" b="1" i="0">
                <a:solidFill>
                  <a:srgbClr val="FFFFFF"/>
                </a:solidFill>
                <a:latin typeface="Aptos"/>
                <a:ea typeface="Aptos"/>
                <a:cs typeface="Aptos"/>
              </a:defRPr>
            </a:lvl1pPr>
            <a:lvl2pPr algn="ctr">
              <a:defRPr sz="1275" b="1" i="0">
                <a:solidFill>
                  <a:srgbClr val="FFFFFF"/>
                </a:solidFill>
                <a:latin typeface="Aptos"/>
                <a:ea typeface="Aptos"/>
                <a:cs typeface="Aptos"/>
              </a:defRPr>
            </a:lvl2pPr>
            <a:lvl3pPr algn="ctr">
              <a:defRPr sz="1275" b="1" i="0">
                <a:solidFill>
                  <a:srgbClr val="FFFFFF"/>
                </a:solidFill>
                <a:latin typeface="Aptos"/>
                <a:ea typeface="Aptos"/>
                <a:cs typeface="Aptos"/>
              </a:defRPr>
            </a:lvl3pPr>
            <a:lvl4pPr algn="ctr">
              <a:defRPr sz="1275" b="1" i="0">
                <a:solidFill>
                  <a:srgbClr val="FFFFFF"/>
                </a:solidFill>
                <a:latin typeface="Aptos"/>
                <a:ea typeface="Aptos"/>
                <a:cs typeface="Aptos"/>
              </a:defRPr>
            </a:lvl4pPr>
            <a:lvl5pPr algn="ctr">
              <a:defRPr sz="1275" b="1" i="0">
                <a:solidFill>
                  <a:srgbClr val="FFFFFF"/>
                </a:solidFill>
                <a:latin typeface="Aptos"/>
                <a:ea typeface="Aptos"/>
                <a:cs typeface="Aptos"/>
              </a:defRPr>
            </a:lvl5pPr>
            <a:lvl6pPr algn="ctr">
              <a:defRPr sz="1275" b="1" i="0">
                <a:solidFill>
                  <a:srgbClr val="FFFFFF"/>
                </a:solidFill>
                <a:latin typeface="Aptos"/>
                <a:ea typeface="Aptos"/>
                <a:cs typeface="Aptos"/>
              </a:defRPr>
            </a:lvl6pPr>
            <a:lvl7pPr algn="ctr">
              <a:defRPr sz="1275" b="1" i="0">
                <a:solidFill>
                  <a:srgbClr val="FFFFFF"/>
                </a:solidFill>
                <a:latin typeface="Aptos"/>
                <a:ea typeface="Aptos"/>
                <a:cs typeface="Aptos"/>
              </a:defRPr>
            </a:lvl7pPr>
            <a:lvl8pPr algn="ctr">
              <a:defRPr sz="1275" b="1" i="0">
                <a:solidFill>
                  <a:srgbClr val="FFFFFF"/>
                </a:solidFill>
                <a:latin typeface="Aptos"/>
                <a:ea typeface="Aptos"/>
                <a:cs typeface="Aptos"/>
              </a:defRPr>
            </a:lvl8pPr>
            <a:lvl9pPr algn="ctr">
              <a:defRPr sz="1275" b="1" i="0">
                <a:solidFill>
                  <a:srgbClr val="FFFFFF"/>
                </a:solidFill>
                <a:latin typeface="Aptos"/>
                <a:ea typeface="Aptos"/>
                <a:cs typeface="Aptos"/>
              </a:defRPr>
            </a:lvl9pPr>
          </a:lstStyle>
          <a:p xmlns:a="http://schemas.openxmlformats.org/drawingml/2006/main">
            <a:pPr algn="ctr">
              <a:defRPr sz="1275" b="1" i="0">
                <a:solidFill>
                  <a:srgbClr val="FFFFFF"/>
                </a:solidFill>
                <a:latin typeface="Aptos"/>
                <a:ea typeface="Aptos"/>
                <a:cs typeface="Aptos"/>
              </a:defRPr>
            </a:pPr>
            <a:r>
              <a:rPr sz="1275" b="1" i="0">
                <a:solidFill>
                  <a:srgbClr val="FFFFFF"/>
                </a:solidFill>
                <a:latin typeface="Aptos"/>
                <a:ea typeface="Aptos"/>
                <a:cs typeface="Aptos"/>
              </a:rPr>
              <a:t>03</a:t>
            </a:r>
          </a:p>
        </p:txBody>
      </p:sp>
      <p:sp>
        <p:nvSpPr>
          <p:cNvPr id="20" name="">
            <a:extLst xmlns:a="http://schemas.openxmlformats.org/drawingml/2006/main">
              <a:ext uri="{FF2B5EF4-FFF2-40B4-BE49-F238E27FC236}">
                <a16:creationId xmlns:a16="http://schemas.microsoft.com/office/drawing/2014/main" id="{14EACAB7-5F61-4AA2-B33C-6AA08A49A1BC}"/>
              </a:ext>
            </a:extLst>
          </p:cNvPr>
          <p:cNvSpPr>
            <a:spLocks xmlns:a="http://schemas.openxmlformats.org/drawingml/2006/main" noGrp="1"/>
          </p:cNvSpPr>
          <p:nvPr/>
        </p:nvSpPr>
        <p:spPr>
          <a:xfrm xmlns:a="http://schemas.openxmlformats.org/drawingml/2006/main">
            <a:off x="6362700" y="2771775"/>
            <a:ext cx="2152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650" b="1" i="0">
                <a:solidFill>
                  <a:srgbClr val="102B3F"/>
                </a:solidFill>
                <a:latin typeface="Aptos"/>
                <a:ea typeface="Aptos"/>
                <a:cs typeface="Aptos"/>
              </a:defRPr>
            </a:defPPr>
            <a:lvl1pPr algn="l">
              <a:defRPr sz="1650" b="1" i="0">
                <a:solidFill>
                  <a:srgbClr val="102B3F"/>
                </a:solidFill>
                <a:latin typeface="Aptos"/>
                <a:ea typeface="Aptos"/>
                <a:cs typeface="Aptos"/>
              </a:defRPr>
            </a:lvl1pPr>
            <a:lvl2pPr algn="l">
              <a:defRPr sz="1650" b="1" i="0">
                <a:solidFill>
                  <a:srgbClr val="102B3F"/>
                </a:solidFill>
                <a:latin typeface="Aptos"/>
                <a:ea typeface="Aptos"/>
                <a:cs typeface="Aptos"/>
              </a:defRPr>
            </a:lvl2pPr>
            <a:lvl3pPr algn="l">
              <a:defRPr sz="1650" b="1" i="0">
                <a:solidFill>
                  <a:srgbClr val="102B3F"/>
                </a:solidFill>
                <a:latin typeface="Aptos"/>
                <a:ea typeface="Aptos"/>
                <a:cs typeface="Aptos"/>
              </a:defRPr>
            </a:lvl3pPr>
            <a:lvl4pPr algn="l">
              <a:defRPr sz="1650" b="1" i="0">
                <a:solidFill>
                  <a:srgbClr val="102B3F"/>
                </a:solidFill>
                <a:latin typeface="Aptos"/>
                <a:ea typeface="Aptos"/>
                <a:cs typeface="Aptos"/>
              </a:defRPr>
            </a:lvl4pPr>
            <a:lvl5pPr algn="l">
              <a:defRPr sz="1650" b="1" i="0">
                <a:solidFill>
                  <a:srgbClr val="102B3F"/>
                </a:solidFill>
                <a:latin typeface="Aptos"/>
                <a:ea typeface="Aptos"/>
                <a:cs typeface="Aptos"/>
              </a:defRPr>
            </a:lvl5pPr>
            <a:lvl6pPr algn="l">
              <a:defRPr sz="1650" b="1" i="0">
                <a:solidFill>
                  <a:srgbClr val="102B3F"/>
                </a:solidFill>
                <a:latin typeface="Aptos"/>
                <a:ea typeface="Aptos"/>
                <a:cs typeface="Aptos"/>
              </a:defRPr>
            </a:lvl6pPr>
            <a:lvl7pPr algn="l">
              <a:defRPr sz="1650" b="1" i="0">
                <a:solidFill>
                  <a:srgbClr val="102B3F"/>
                </a:solidFill>
                <a:latin typeface="Aptos"/>
                <a:ea typeface="Aptos"/>
                <a:cs typeface="Aptos"/>
              </a:defRPr>
            </a:lvl7pPr>
            <a:lvl8pPr algn="l">
              <a:defRPr sz="1650" b="1" i="0">
                <a:solidFill>
                  <a:srgbClr val="102B3F"/>
                </a:solidFill>
                <a:latin typeface="Aptos"/>
                <a:ea typeface="Aptos"/>
                <a:cs typeface="Aptos"/>
              </a:defRPr>
            </a:lvl8pPr>
            <a:lvl9pPr algn="l">
              <a:defRPr sz="1650" b="1" i="0">
                <a:solidFill>
                  <a:srgbClr val="102B3F"/>
                </a:solidFill>
                <a:latin typeface="Aptos"/>
                <a:ea typeface="Aptos"/>
                <a:cs typeface="Aptos"/>
              </a:defRPr>
            </a:lvl9pPr>
          </a:lstStyle>
          <a:p xmlns:a="http://schemas.openxmlformats.org/drawingml/2006/main">
            <a:pPr algn="l">
              <a:defRPr sz="1650" b="1" i="0">
                <a:solidFill>
                  <a:srgbClr val="102B3F"/>
                </a:solidFill>
                <a:latin typeface="Aptos"/>
                <a:ea typeface="Aptos"/>
                <a:cs typeface="Aptos"/>
              </a:defRPr>
            </a:pPr>
            <a:r>
              <a:rPr sz="1650" b="1" i="0">
                <a:solidFill>
                  <a:srgbClr val="102B3F"/>
                </a:solidFill>
                <a:latin typeface="Aptos"/>
                <a:ea typeface="Aptos"/>
                <a:cs typeface="Aptos"/>
              </a:rPr>
              <a:t>Variables</a:t>
            </a:r>
          </a:p>
        </p:txBody>
      </p:sp>
      <p:sp>
        <p:nvSpPr>
          <p:cNvPr id="21" name="">
            <a:extLst xmlns:a="http://schemas.openxmlformats.org/drawingml/2006/main">
              <a:ext uri="{FF2B5EF4-FFF2-40B4-BE49-F238E27FC236}">
                <a16:creationId xmlns:a16="http://schemas.microsoft.com/office/drawing/2014/main" id="{3D70B392-1642-4DE8-BE68-9B5A892D60FB}"/>
              </a:ext>
            </a:extLst>
          </p:cNvPr>
          <p:cNvSpPr>
            <a:spLocks xmlns:a="http://schemas.openxmlformats.org/drawingml/2006/main" noGrp="1"/>
          </p:cNvSpPr>
          <p:nvPr/>
        </p:nvSpPr>
        <p:spPr>
          <a:xfrm xmlns:a="http://schemas.openxmlformats.org/drawingml/2006/main">
            <a:off x="6362700" y="3267075"/>
            <a:ext cx="21526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350" b="0" i="0">
                <a:solidFill>
                  <a:srgbClr val="5D7180"/>
                </a:solidFill>
                <a:latin typeface="Aptos"/>
                <a:ea typeface="Aptos"/>
                <a:cs typeface="Aptos"/>
              </a:defRPr>
            </a:defPPr>
            <a:lvl1pPr algn="l">
              <a:defRPr sz="1350" b="0" i="0">
                <a:solidFill>
                  <a:srgbClr val="5D7180"/>
                </a:solidFill>
                <a:latin typeface="Aptos"/>
                <a:ea typeface="Aptos"/>
                <a:cs typeface="Aptos"/>
              </a:defRPr>
            </a:lvl1pPr>
            <a:lvl2pPr algn="l">
              <a:defRPr sz="1350" b="0" i="0">
                <a:solidFill>
                  <a:srgbClr val="5D7180"/>
                </a:solidFill>
                <a:latin typeface="Aptos"/>
                <a:ea typeface="Aptos"/>
                <a:cs typeface="Aptos"/>
              </a:defRPr>
            </a:lvl2pPr>
            <a:lvl3pPr algn="l">
              <a:defRPr sz="1350" b="0" i="0">
                <a:solidFill>
                  <a:srgbClr val="5D7180"/>
                </a:solidFill>
                <a:latin typeface="Aptos"/>
                <a:ea typeface="Aptos"/>
                <a:cs typeface="Aptos"/>
              </a:defRPr>
            </a:lvl3pPr>
            <a:lvl4pPr algn="l">
              <a:defRPr sz="1350" b="0" i="0">
                <a:solidFill>
                  <a:srgbClr val="5D7180"/>
                </a:solidFill>
                <a:latin typeface="Aptos"/>
                <a:ea typeface="Aptos"/>
                <a:cs typeface="Aptos"/>
              </a:defRPr>
            </a:lvl4pPr>
            <a:lvl5pPr algn="l">
              <a:defRPr sz="1350" b="0" i="0">
                <a:solidFill>
                  <a:srgbClr val="5D7180"/>
                </a:solidFill>
                <a:latin typeface="Aptos"/>
                <a:ea typeface="Aptos"/>
                <a:cs typeface="Aptos"/>
              </a:defRPr>
            </a:lvl5pPr>
            <a:lvl6pPr algn="l">
              <a:defRPr sz="1350" b="0" i="0">
                <a:solidFill>
                  <a:srgbClr val="5D7180"/>
                </a:solidFill>
                <a:latin typeface="Aptos"/>
                <a:ea typeface="Aptos"/>
                <a:cs typeface="Aptos"/>
              </a:defRPr>
            </a:lvl6pPr>
            <a:lvl7pPr algn="l">
              <a:defRPr sz="1350" b="0" i="0">
                <a:solidFill>
                  <a:srgbClr val="5D7180"/>
                </a:solidFill>
                <a:latin typeface="Aptos"/>
                <a:ea typeface="Aptos"/>
                <a:cs typeface="Aptos"/>
              </a:defRPr>
            </a:lvl7pPr>
            <a:lvl8pPr algn="l">
              <a:defRPr sz="1350" b="0" i="0">
                <a:solidFill>
                  <a:srgbClr val="5D7180"/>
                </a:solidFill>
                <a:latin typeface="Aptos"/>
                <a:ea typeface="Aptos"/>
                <a:cs typeface="Aptos"/>
              </a:defRPr>
            </a:lvl8pPr>
            <a:lvl9pPr algn="l">
              <a:defRPr sz="1350" b="0" i="0">
                <a:solidFill>
                  <a:srgbClr val="5D7180"/>
                </a:solidFill>
                <a:latin typeface="Aptos"/>
                <a:ea typeface="Aptos"/>
                <a:cs typeface="Aptos"/>
              </a:defRPr>
            </a:lvl9pPr>
          </a:lstStyle>
          <a:p xmlns:a="http://schemas.openxmlformats.org/drawingml/2006/main">
            <a:pPr algn="l">
              <a:defRPr sz="1350" b="0" i="0">
                <a:solidFill>
                  <a:srgbClr val="5D7180"/>
                </a:solidFill>
                <a:latin typeface="Aptos"/>
                <a:ea typeface="Aptos"/>
                <a:cs typeface="Aptos"/>
              </a:defRPr>
            </a:pPr>
            <a:r>
              <a:rPr sz="1350" b="0" i="0">
                <a:solidFill>
                  <a:srgbClr val="5D7180"/>
                </a:solidFill>
                <a:latin typeface="Aptos"/>
                <a:ea typeface="Aptos"/>
                <a:cs typeface="Aptos"/>
              </a:rPr>
              <a:t>Presupuesto, duración,</a:t>
            </a:r>
          </a:p>
          <a:p xmlns:a="http://schemas.openxmlformats.org/drawingml/2006/main">
            <a:pPr algn="l">
              <a:defRPr sz="1350" b="0" i="0">
                <a:solidFill>
                  <a:srgbClr val="5D7180"/>
                </a:solidFill>
                <a:latin typeface="Aptos"/>
                <a:ea typeface="Aptos"/>
                <a:cs typeface="Aptos"/>
              </a:defRPr>
            </a:pPr>
            <a:r>
              <a:rPr sz="1350" b="0" i="0">
                <a:solidFill>
                  <a:srgbClr val="5D7180"/>
                </a:solidFill>
                <a:latin typeface="Aptos"/>
                <a:ea typeface="Aptos"/>
                <a:cs typeface="Aptos"/>
              </a:rPr>
              <a:t>fecha, género, idioma,</a:t>
            </a:r>
          </a:p>
          <a:p xmlns:a="http://schemas.openxmlformats.org/drawingml/2006/main">
            <a:pPr algn="l">
              <a:defRPr sz="1350" b="0" i="0">
                <a:solidFill>
                  <a:srgbClr val="5D7180"/>
                </a:solidFill>
                <a:latin typeface="Aptos"/>
                <a:ea typeface="Aptos"/>
                <a:cs typeface="Aptos"/>
              </a:defRPr>
            </a:pPr>
            <a:r>
              <a:rPr sz="1350" b="0" i="0">
                <a:solidFill>
                  <a:srgbClr val="5D7180"/>
                </a:solidFill>
                <a:latin typeface="Aptos"/>
                <a:ea typeface="Aptos"/>
                <a:cs typeface="Aptos"/>
              </a:rPr>
              <a:t>país y créditos previos</a:t>
            </a:r>
          </a:p>
        </p:txBody>
      </p:sp>
      <p:sp>
        <p:nvSpPr>
          <p:cNvPr id="22" name="">
            <a:extLst xmlns:a="http://schemas.openxmlformats.org/drawingml/2006/main">
              <a:ext uri="{FF2B5EF4-FFF2-40B4-BE49-F238E27FC236}">
                <a16:creationId xmlns:a16="http://schemas.microsoft.com/office/drawing/2014/main" id="{35A21650-62D5-42FB-AED6-1177533C5C02}"/>
              </a:ext>
            </a:extLst>
          </p:cNvPr>
          <p:cNvSpPr>
            <a:spLocks xmlns:a="http://schemas.openxmlformats.org/drawingml/2006/main" noGrp="1"/>
          </p:cNvSpPr>
          <p:nvPr/>
        </p:nvSpPr>
        <p:spPr>
          <a:xfrm xmlns:a="http://schemas.openxmlformats.org/drawingml/2006/main">
            <a:off x="8972550" y="1933575"/>
            <a:ext cx="2571750" cy="2781300"/>
          </a:xfrm>
          <a:prstGeom xmlns:a="http://schemas.openxmlformats.org/drawingml/2006/main" prst="roundRect">
            <a:avLst>
              <a:gd name="adj" fmla="val 2963"/>
            </a:avLst>
          </a:prstGeom>
          <a:solidFill xmlns:a="http://schemas.openxmlformats.org/drawingml/2006/main">
            <a:srgbClr val="FFFFFF"/>
          </a:solidFill>
          <a:ln xmlns:a="http://schemas.openxmlformats.org/drawingml/2006/main" w="9525">
            <a:solidFill>
              <a:srgbClr val="D9E1E4"/>
            </a:solidFill>
            <a:prstDash val="solid"/>
          </a:ln>
        </p:spPr>
      </p:sp>
      <p:sp>
        <p:nvSpPr>
          <p:cNvPr id="23" name="">
            <a:extLst xmlns:a="http://schemas.openxmlformats.org/drawingml/2006/main">
              <a:ext uri="{FF2B5EF4-FFF2-40B4-BE49-F238E27FC236}">
                <a16:creationId xmlns:a16="http://schemas.microsoft.com/office/drawing/2014/main" id="{188A9FFE-956B-4211-B2FA-D9880152E389}"/>
              </a:ext>
            </a:extLst>
          </p:cNvPr>
          <p:cNvSpPr>
            <a:spLocks xmlns:a="http://schemas.openxmlformats.org/drawingml/2006/main" noGrp="1"/>
          </p:cNvSpPr>
          <p:nvPr/>
        </p:nvSpPr>
        <p:spPr>
          <a:xfrm xmlns:a="http://schemas.openxmlformats.org/drawingml/2006/main">
            <a:off x="9182100" y="2152650"/>
            <a:ext cx="419100" cy="419100"/>
          </a:xfrm>
          <a:prstGeom xmlns:a="http://schemas.openxmlformats.org/drawingml/2006/main" prst="roundRect">
            <a:avLst>
              <a:gd name="adj" fmla="val 18182"/>
            </a:avLst>
          </a:prstGeom>
          <a:solidFill xmlns:a="http://schemas.openxmlformats.org/drawingml/2006/main">
            <a:srgbClr val="D96C5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2E36A75-F819-42AA-B626-CE9310E9234E}"/>
              </a:ext>
            </a:extLst>
          </p:cNvPr>
          <p:cNvSpPr>
            <a:spLocks xmlns:a="http://schemas.openxmlformats.org/drawingml/2006/main" noGrp="1"/>
          </p:cNvSpPr>
          <p:nvPr/>
        </p:nvSpPr>
        <p:spPr>
          <a:xfrm xmlns:a="http://schemas.openxmlformats.org/drawingml/2006/main">
            <a:off x="9182100" y="2171700"/>
            <a:ext cx="419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ctr">
              <a:defRPr sz="1275" b="1" i="0">
                <a:solidFill>
                  <a:srgbClr val="FFFFFF"/>
                </a:solidFill>
                <a:latin typeface="Aptos"/>
                <a:ea typeface="Aptos"/>
                <a:cs typeface="Aptos"/>
              </a:defRPr>
            </a:defPPr>
            <a:lvl1pPr algn="ctr">
              <a:defRPr sz="1275" b="1" i="0">
                <a:solidFill>
                  <a:srgbClr val="FFFFFF"/>
                </a:solidFill>
                <a:latin typeface="Aptos"/>
                <a:ea typeface="Aptos"/>
                <a:cs typeface="Aptos"/>
              </a:defRPr>
            </a:lvl1pPr>
            <a:lvl2pPr algn="ctr">
              <a:defRPr sz="1275" b="1" i="0">
                <a:solidFill>
                  <a:srgbClr val="FFFFFF"/>
                </a:solidFill>
                <a:latin typeface="Aptos"/>
                <a:ea typeface="Aptos"/>
                <a:cs typeface="Aptos"/>
              </a:defRPr>
            </a:lvl2pPr>
            <a:lvl3pPr algn="ctr">
              <a:defRPr sz="1275" b="1" i="0">
                <a:solidFill>
                  <a:srgbClr val="FFFFFF"/>
                </a:solidFill>
                <a:latin typeface="Aptos"/>
                <a:ea typeface="Aptos"/>
                <a:cs typeface="Aptos"/>
              </a:defRPr>
            </a:lvl3pPr>
            <a:lvl4pPr algn="ctr">
              <a:defRPr sz="1275" b="1" i="0">
                <a:solidFill>
                  <a:srgbClr val="FFFFFF"/>
                </a:solidFill>
                <a:latin typeface="Aptos"/>
                <a:ea typeface="Aptos"/>
                <a:cs typeface="Aptos"/>
              </a:defRPr>
            </a:lvl4pPr>
            <a:lvl5pPr algn="ctr">
              <a:defRPr sz="1275" b="1" i="0">
                <a:solidFill>
                  <a:srgbClr val="FFFFFF"/>
                </a:solidFill>
                <a:latin typeface="Aptos"/>
                <a:ea typeface="Aptos"/>
                <a:cs typeface="Aptos"/>
              </a:defRPr>
            </a:lvl5pPr>
            <a:lvl6pPr algn="ctr">
              <a:defRPr sz="1275" b="1" i="0">
                <a:solidFill>
                  <a:srgbClr val="FFFFFF"/>
                </a:solidFill>
                <a:latin typeface="Aptos"/>
                <a:ea typeface="Aptos"/>
                <a:cs typeface="Aptos"/>
              </a:defRPr>
            </a:lvl6pPr>
            <a:lvl7pPr algn="ctr">
              <a:defRPr sz="1275" b="1" i="0">
                <a:solidFill>
                  <a:srgbClr val="FFFFFF"/>
                </a:solidFill>
                <a:latin typeface="Aptos"/>
                <a:ea typeface="Aptos"/>
                <a:cs typeface="Aptos"/>
              </a:defRPr>
            </a:lvl7pPr>
            <a:lvl8pPr algn="ctr">
              <a:defRPr sz="1275" b="1" i="0">
                <a:solidFill>
                  <a:srgbClr val="FFFFFF"/>
                </a:solidFill>
                <a:latin typeface="Aptos"/>
                <a:ea typeface="Aptos"/>
                <a:cs typeface="Aptos"/>
              </a:defRPr>
            </a:lvl8pPr>
            <a:lvl9pPr algn="ctr">
              <a:defRPr sz="1275" b="1" i="0">
                <a:solidFill>
                  <a:srgbClr val="FFFFFF"/>
                </a:solidFill>
                <a:latin typeface="Aptos"/>
                <a:ea typeface="Aptos"/>
                <a:cs typeface="Aptos"/>
              </a:defRPr>
            </a:lvl9pPr>
          </a:lstStyle>
          <a:p xmlns:a="http://schemas.openxmlformats.org/drawingml/2006/main">
            <a:pPr algn="ctr">
              <a:defRPr sz="1275" b="1" i="0">
                <a:solidFill>
                  <a:srgbClr val="FFFFFF"/>
                </a:solidFill>
                <a:latin typeface="Aptos"/>
                <a:ea typeface="Aptos"/>
                <a:cs typeface="Aptos"/>
              </a:defRPr>
            </a:pPr>
            <a:r>
              <a:rPr sz="1275" b="1" i="0">
                <a:solidFill>
                  <a:srgbClr val="FFFFFF"/>
                </a:solidFill>
                <a:latin typeface="Aptos"/>
                <a:ea typeface="Aptos"/>
                <a:cs typeface="Aptos"/>
              </a:rPr>
              <a:t>04</a:t>
            </a:r>
          </a:p>
        </p:txBody>
      </p:sp>
      <p:sp>
        <p:nvSpPr>
          <p:cNvPr id="25" name="">
            <a:extLst xmlns:a="http://schemas.openxmlformats.org/drawingml/2006/main">
              <a:ext uri="{FF2B5EF4-FFF2-40B4-BE49-F238E27FC236}">
                <a16:creationId xmlns:a16="http://schemas.microsoft.com/office/drawing/2014/main" id="{AE44CE15-C55B-48DB-BA68-04D52C0301C6}"/>
              </a:ext>
            </a:extLst>
          </p:cNvPr>
          <p:cNvSpPr>
            <a:spLocks xmlns:a="http://schemas.openxmlformats.org/drawingml/2006/main" noGrp="1"/>
          </p:cNvSpPr>
          <p:nvPr/>
        </p:nvSpPr>
        <p:spPr>
          <a:xfrm xmlns:a="http://schemas.openxmlformats.org/drawingml/2006/main">
            <a:off x="9182100" y="2771775"/>
            <a:ext cx="2152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650" b="1" i="0">
                <a:solidFill>
                  <a:srgbClr val="102B3F"/>
                </a:solidFill>
                <a:latin typeface="Aptos"/>
                <a:ea typeface="Aptos"/>
                <a:cs typeface="Aptos"/>
              </a:defRPr>
            </a:defPPr>
            <a:lvl1pPr algn="l">
              <a:defRPr sz="1650" b="1" i="0">
                <a:solidFill>
                  <a:srgbClr val="102B3F"/>
                </a:solidFill>
                <a:latin typeface="Aptos"/>
                <a:ea typeface="Aptos"/>
                <a:cs typeface="Aptos"/>
              </a:defRPr>
            </a:lvl1pPr>
            <a:lvl2pPr algn="l">
              <a:defRPr sz="1650" b="1" i="0">
                <a:solidFill>
                  <a:srgbClr val="102B3F"/>
                </a:solidFill>
                <a:latin typeface="Aptos"/>
                <a:ea typeface="Aptos"/>
                <a:cs typeface="Aptos"/>
              </a:defRPr>
            </a:lvl2pPr>
            <a:lvl3pPr algn="l">
              <a:defRPr sz="1650" b="1" i="0">
                <a:solidFill>
                  <a:srgbClr val="102B3F"/>
                </a:solidFill>
                <a:latin typeface="Aptos"/>
                <a:ea typeface="Aptos"/>
                <a:cs typeface="Aptos"/>
              </a:defRPr>
            </a:lvl3pPr>
            <a:lvl4pPr algn="l">
              <a:defRPr sz="1650" b="1" i="0">
                <a:solidFill>
                  <a:srgbClr val="102B3F"/>
                </a:solidFill>
                <a:latin typeface="Aptos"/>
                <a:ea typeface="Aptos"/>
                <a:cs typeface="Aptos"/>
              </a:defRPr>
            </a:lvl4pPr>
            <a:lvl5pPr algn="l">
              <a:defRPr sz="1650" b="1" i="0">
                <a:solidFill>
                  <a:srgbClr val="102B3F"/>
                </a:solidFill>
                <a:latin typeface="Aptos"/>
                <a:ea typeface="Aptos"/>
                <a:cs typeface="Aptos"/>
              </a:defRPr>
            </a:lvl5pPr>
            <a:lvl6pPr algn="l">
              <a:defRPr sz="1650" b="1" i="0">
                <a:solidFill>
                  <a:srgbClr val="102B3F"/>
                </a:solidFill>
                <a:latin typeface="Aptos"/>
                <a:ea typeface="Aptos"/>
                <a:cs typeface="Aptos"/>
              </a:defRPr>
            </a:lvl6pPr>
            <a:lvl7pPr algn="l">
              <a:defRPr sz="1650" b="1" i="0">
                <a:solidFill>
                  <a:srgbClr val="102B3F"/>
                </a:solidFill>
                <a:latin typeface="Aptos"/>
                <a:ea typeface="Aptos"/>
                <a:cs typeface="Aptos"/>
              </a:defRPr>
            </a:lvl7pPr>
            <a:lvl8pPr algn="l">
              <a:defRPr sz="1650" b="1" i="0">
                <a:solidFill>
                  <a:srgbClr val="102B3F"/>
                </a:solidFill>
                <a:latin typeface="Aptos"/>
                <a:ea typeface="Aptos"/>
                <a:cs typeface="Aptos"/>
              </a:defRPr>
            </a:lvl8pPr>
            <a:lvl9pPr algn="l">
              <a:defRPr sz="1650" b="1" i="0">
                <a:solidFill>
                  <a:srgbClr val="102B3F"/>
                </a:solidFill>
                <a:latin typeface="Aptos"/>
                <a:ea typeface="Aptos"/>
                <a:cs typeface="Aptos"/>
              </a:defRPr>
            </a:lvl9pPr>
          </a:lstStyle>
          <a:p xmlns:a="http://schemas.openxmlformats.org/drawingml/2006/main">
            <a:pPr algn="l">
              <a:defRPr sz="1650" b="1" i="0">
                <a:solidFill>
                  <a:srgbClr val="102B3F"/>
                </a:solidFill>
                <a:latin typeface="Aptos"/>
                <a:ea typeface="Aptos"/>
                <a:cs typeface="Aptos"/>
              </a:defRPr>
            </a:pPr>
            <a:r>
              <a:rPr sz="1650" b="1" i="0">
                <a:solidFill>
                  <a:srgbClr val="102B3F"/>
                </a:solidFill>
                <a:latin typeface="Aptos"/>
                <a:ea typeface="Aptos"/>
                <a:cs typeface="Aptos"/>
              </a:rPr>
              <a:t>Control de fuga</a:t>
            </a:r>
          </a:p>
        </p:txBody>
      </p:sp>
      <p:sp>
        <p:nvSpPr>
          <p:cNvPr id="26" name="">
            <a:extLst xmlns:a="http://schemas.openxmlformats.org/drawingml/2006/main">
              <a:ext uri="{FF2B5EF4-FFF2-40B4-BE49-F238E27FC236}">
                <a16:creationId xmlns:a16="http://schemas.microsoft.com/office/drawing/2014/main" id="{940A1DB1-9375-4E64-8375-D7508E1C9115}"/>
              </a:ext>
            </a:extLst>
          </p:cNvPr>
          <p:cNvSpPr>
            <a:spLocks xmlns:a="http://schemas.openxmlformats.org/drawingml/2006/main" noGrp="1"/>
          </p:cNvSpPr>
          <p:nvPr/>
        </p:nvSpPr>
        <p:spPr>
          <a:xfrm xmlns:a="http://schemas.openxmlformats.org/drawingml/2006/main">
            <a:off x="9182100" y="3267075"/>
            <a:ext cx="21526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350" b="0" i="0">
                <a:solidFill>
                  <a:srgbClr val="5D7180"/>
                </a:solidFill>
                <a:latin typeface="Aptos"/>
                <a:ea typeface="Aptos"/>
                <a:cs typeface="Aptos"/>
              </a:defRPr>
            </a:defPPr>
            <a:lvl1pPr algn="l">
              <a:defRPr sz="1350" b="0" i="0">
                <a:solidFill>
                  <a:srgbClr val="5D7180"/>
                </a:solidFill>
                <a:latin typeface="Aptos"/>
                <a:ea typeface="Aptos"/>
                <a:cs typeface="Aptos"/>
              </a:defRPr>
            </a:lvl1pPr>
            <a:lvl2pPr algn="l">
              <a:defRPr sz="1350" b="0" i="0">
                <a:solidFill>
                  <a:srgbClr val="5D7180"/>
                </a:solidFill>
                <a:latin typeface="Aptos"/>
                <a:ea typeface="Aptos"/>
                <a:cs typeface="Aptos"/>
              </a:defRPr>
            </a:lvl2pPr>
            <a:lvl3pPr algn="l">
              <a:defRPr sz="1350" b="0" i="0">
                <a:solidFill>
                  <a:srgbClr val="5D7180"/>
                </a:solidFill>
                <a:latin typeface="Aptos"/>
                <a:ea typeface="Aptos"/>
                <a:cs typeface="Aptos"/>
              </a:defRPr>
            </a:lvl3pPr>
            <a:lvl4pPr algn="l">
              <a:defRPr sz="1350" b="0" i="0">
                <a:solidFill>
                  <a:srgbClr val="5D7180"/>
                </a:solidFill>
                <a:latin typeface="Aptos"/>
                <a:ea typeface="Aptos"/>
                <a:cs typeface="Aptos"/>
              </a:defRPr>
            </a:lvl4pPr>
            <a:lvl5pPr algn="l">
              <a:defRPr sz="1350" b="0" i="0">
                <a:solidFill>
                  <a:srgbClr val="5D7180"/>
                </a:solidFill>
                <a:latin typeface="Aptos"/>
                <a:ea typeface="Aptos"/>
                <a:cs typeface="Aptos"/>
              </a:defRPr>
            </a:lvl5pPr>
            <a:lvl6pPr algn="l">
              <a:defRPr sz="1350" b="0" i="0">
                <a:solidFill>
                  <a:srgbClr val="5D7180"/>
                </a:solidFill>
                <a:latin typeface="Aptos"/>
                <a:ea typeface="Aptos"/>
                <a:cs typeface="Aptos"/>
              </a:defRPr>
            </a:lvl6pPr>
            <a:lvl7pPr algn="l">
              <a:defRPr sz="1350" b="0" i="0">
                <a:solidFill>
                  <a:srgbClr val="5D7180"/>
                </a:solidFill>
                <a:latin typeface="Aptos"/>
                <a:ea typeface="Aptos"/>
                <a:cs typeface="Aptos"/>
              </a:defRPr>
            </a:lvl7pPr>
            <a:lvl8pPr algn="l">
              <a:defRPr sz="1350" b="0" i="0">
                <a:solidFill>
                  <a:srgbClr val="5D7180"/>
                </a:solidFill>
                <a:latin typeface="Aptos"/>
                <a:ea typeface="Aptos"/>
                <a:cs typeface="Aptos"/>
              </a:defRPr>
            </a:lvl8pPr>
            <a:lvl9pPr algn="l">
              <a:defRPr sz="1350" b="0" i="0">
                <a:solidFill>
                  <a:srgbClr val="5D7180"/>
                </a:solidFill>
                <a:latin typeface="Aptos"/>
                <a:ea typeface="Aptos"/>
                <a:cs typeface="Aptos"/>
              </a:defRPr>
            </a:lvl9pPr>
          </a:lstStyle>
          <a:p xmlns:a="http://schemas.openxmlformats.org/drawingml/2006/main">
            <a:pPr algn="l">
              <a:defRPr sz="1350" b="0" i="0">
                <a:solidFill>
                  <a:srgbClr val="5D7180"/>
                </a:solidFill>
                <a:latin typeface="Aptos"/>
                <a:ea typeface="Aptos"/>
                <a:cs typeface="Aptos"/>
              </a:defRPr>
            </a:pPr>
            <a:r>
              <a:rPr sz="1350" b="0" i="0">
                <a:solidFill>
                  <a:srgbClr val="5D7180"/>
                </a:solidFill>
                <a:latin typeface="Aptos"/>
                <a:ea typeface="Aptos"/>
                <a:cs typeface="Aptos"/>
              </a:rPr>
              <a:t>Sin recaudación,</a:t>
            </a:r>
          </a:p>
          <a:p xmlns:a="http://schemas.openxmlformats.org/drawingml/2006/main">
            <a:pPr algn="l">
              <a:defRPr sz="1350" b="0" i="0">
                <a:solidFill>
                  <a:srgbClr val="5D7180"/>
                </a:solidFill>
                <a:latin typeface="Aptos"/>
                <a:ea typeface="Aptos"/>
                <a:cs typeface="Aptos"/>
              </a:defRPr>
            </a:pPr>
            <a:r>
              <a:rPr sz="1350" b="0" i="0">
                <a:solidFill>
                  <a:srgbClr val="5D7180"/>
                </a:solidFill>
                <a:latin typeface="Aptos"/>
                <a:ea typeface="Aptos"/>
                <a:cs typeface="Aptos"/>
              </a:rPr>
              <a:t>votos ni popularidad</a:t>
            </a:r>
          </a:p>
          <a:p xmlns:a="http://schemas.openxmlformats.org/drawingml/2006/main">
            <a:pPr algn="l">
              <a:defRPr sz="1350" b="0" i="0">
                <a:solidFill>
                  <a:srgbClr val="5D7180"/>
                </a:solidFill>
                <a:latin typeface="Aptos"/>
                <a:ea typeface="Aptos"/>
                <a:cs typeface="Aptos"/>
              </a:defRPr>
            </a:pPr>
            <a:r>
              <a:rPr sz="1350" b="0" i="0">
                <a:solidFill>
                  <a:srgbClr val="5D7180"/>
                </a:solidFill>
                <a:latin typeface="Aptos"/>
                <a:ea typeface="Aptos"/>
                <a:cs typeface="Aptos"/>
              </a:rPr>
              <a:t>Escala solo para SVM</a:t>
            </a:r>
          </a:p>
        </p:txBody>
      </p:sp>
      <p:sp>
        <p:nvSpPr>
          <p:cNvPr id="27" name="">
            <a:extLst xmlns:a="http://schemas.openxmlformats.org/drawingml/2006/main">
              <a:ext uri="{FF2B5EF4-FFF2-40B4-BE49-F238E27FC236}">
                <a16:creationId xmlns:a16="http://schemas.microsoft.com/office/drawing/2014/main" id="{AA75F080-EB97-4127-9211-455E8D425FFF}"/>
              </a:ext>
            </a:extLst>
          </p:cNvPr>
          <p:cNvSpPr>
            <a:spLocks xmlns:a="http://schemas.openxmlformats.org/drawingml/2006/main" noGrp="1"/>
          </p:cNvSpPr>
          <p:nvPr/>
        </p:nvSpPr>
        <p:spPr>
          <a:xfrm xmlns:a="http://schemas.openxmlformats.org/drawingml/2006/main">
            <a:off x="514350" y="5057775"/>
            <a:ext cx="11029950" cy="876300"/>
          </a:xfrm>
          <a:prstGeom xmlns:a="http://schemas.openxmlformats.org/drawingml/2006/main" prst="roundRect">
            <a:avLst>
              <a:gd name="adj" fmla="val 8696"/>
            </a:avLst>
          </a:prstGeom>
          <a:solidFill xmlns:a="http://schemas.openxmlformats.org/drawingml/2006/main">
            <a:srgbClr val="DDF4F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850236DA-C576-4CF8-8488-D4492A6B7E63}"/>
              </a:ext>
            </a:extLst>
          </p:cNvPr>
          <p:cNvSpPr>
            <a:spLocks xmlns:a="http://schemas.openxmlformats.org/drawingml/2006/main" noGrp="1"/>
          </p:cNvSpPr>
          <p:nvPr/>
        </p:nvSpPr>
        <p:spPr>
          <a:xfrm xmlns:a="http://schemas.openxmlformats.org/drawingml/2006/main">
            <a:off x="781050" y="5219700"/>
            <a:ext cx="1676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250" b="1" i="0">
                <a:solidFill>
                  <a:srgbClr val="102B3F"/>
                </a:solidFill>
                <a:latin typeface="Aptos"/>
                <a:ea typeface="Aptos"/>
                <a:cs typeface="Aptos"/>
              </a:defRPr>
            </a:defPPr>
            <a:lvl1pPr algn="l">
              <a:defRPr sz="2250" b="1" i="0">
                <a:solidFill>
                  <a:srgbClr val="102B3F"/>
                </a:solidFill>
                <a:latin typeface="Aptos"/>
                <a:ea typeface="Aptos"/>
                <a:cs typeface="Aptos"/>
              </a:defRPr>
            </a:lvl1pPr>
            <a:lvl2pPr algn="l">
              <a:defRPr sz="2250" b="1" i="0">
                <a:solidFill>
                  <a:srgbClr val="102B3F"/>
                </a:solidFill>
                <a:latin typeface="Aptos"/>
                <a:ea typeface="Aptos"/>
                <a:cs typeface="Aptos"/>
              </a:defRPr>
            </a:lvl2pPr>
            <a:lvl3pPr algn="l">
              <a:defRPr sz="2250" b="1" i="0">
                <a:solidFill>
                  <a:srgbClr val="102B3F"/>
                </a:solidFill>
                <a:latin typeface="Aptos"/>
                <a:ea typeface="Aptos"/>
                <a:cs typeface="Aptos"/>
              </a:defRPr>
            </a:lvl3pPr>
            <a:lvl4pPr algn="l">
              <a:defRPr sz="2250" b="1" i="0">
                <a:solidFill>
                  <a:srgbClr val="102B3F"/>
                </a:solidFill>
                <a:latin typeface="Aptos"/>
                <a:ea typeface="Aptos"/>
                <a:cs typeface="Aptos"/>
              </a:defRPr>
            </a:lvl4pPr>
            <a:lvl5pPr algn="l">
              <a:defRPr sz="2250" b="1" i="0">
                <a:solidFill>
                  <a:srgbClr val="102B3F"/>
                </a:solidFill>
                <a:latin typeface="Aptos"/>
                <a:ea typeface="Aptos"/>
                <a:cs typeface="Aptos"/>
              </a:defRPr>
            </a:lvl5pPr>
            <a:lvl6pPr algn="l">
              <a:defRPr sz="2250" b="1" i="0">
                <a:solidFill>
                  <a:srgbClr val="102B3F"/>
                </a:solidFill>
                <a:latin typeface="Aptos"/>
                <a:ea typeface="Aptos"/>
                <a:cs typeface="Aptos"/>
              </a:defRPr>
            </a:lvl6pPr>
            <a:lvl7pPr algn="l">
              <a:defRPr sz="2250" b="1" i="0">
                <a:solidFill>
                  <a:srgbClr val="102B3F"/>
                </a:solidFill>
                <a:latin typeface="Aptos"/>
                <a:ea typeface="Aptos"/>
                <a:cs typeface="Aptos"/>
              </a:defRPr>
            </a:lvl7pPr>
            <a:lvl8pPr algn="l">
              <a:defRPr sz="2250" b="1" i="0">
                <a:solidFill>
                  <a:srgbClr val="102B3F"/>
                </a:solidFill>
                <a:latin typeface="Aptos"/>
                <a:ea typeface="Aptos"/>
                <a:cs typeface="Aptos"/>
              </a:defRPr>
            </a:lvl8pPr>
            <a:lvl9pPr algn="l">
              <a:defRPr sz="2250" b="1" i="0">
                <a:solidFill>
                  <a:srgbClr val="102B3F"/>
                </a:solidFill>
                <a:latin typeface="Aptos"/>
                <a:ea typeface="Aptos"/>
                <a:cs typeface="Aptos"/>
              </a:defRPr>
            </a:lvl9pPr>
          </a:lstStyle>
          <a:p xmlns:a="http://schemas.openxmlformats.org/drawingml/2006/main">
            <a:pPr algn="l">
              <a:defRPr sz="2250" b="1" i="0">
                <a:solidFill>
                  <a:srgbClr val="102B3F"/>
                </a:solidFill>
                <a:latin typeface="Aptos"/>
                <a:ea typeface="Aptos"/>
                <a:cs typeface="Aptos"/>
              </a:defRPr>
            </a:pPr>
            <a:r>
              <a:rPr sz="2250" b="1" i="0">
                <a:solidFill>
                  <a:srgbClr val="102B3F"/>
                </a:solidFill>
                <a:latin typeface="Aptos"/>
                <a:ea typeface="Aptos"/>
                <a:cs typeface="Aptos"/>
              </a:rPr>
              <a:t>2.583</a:t>
            </a:r>
          </a:p>
        </p:txBody>
      </p:sp>
      <p:sp>
        <p:nvSpPr>
          <p:cNvPr id="29" name="">
            <a:extLst xmlns:a="http://schemas.openxmlformats.org/drawingml/2006/main">
              <a:ext uri="{FF2B5EF4-FFF2-40B4-BE49-F238E27FC236}">
                <a16:creationId xmlns:a16="http://schemas.microsoft.com/office/drawing/2014/main" id="{4CE80CC4-7EE4-4F3A-9D37-3666DBB0034B}"/>
              </a:ext>
            </a:extLst>
          </p:cNvPr>
          <p:cNvSpPr>
            <a:spLocks xmlns:a="http://schemas.openxmlformats.org/drawingml/2006/main" noGrp="1"/>
          </p:cNvSpPr>
          <p:nvPr/>
        </p:nvSpPr>
        <p:spPr>
          <a:xfrm xmlns:a="http://schemas.openxmlformats.org/drawingml/2006/main">
            <a:off x="781050" y="5610225"/>
            <a:ext cx="2476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125" b="0" i="0">
                <a:solidFill>
                  <a:srgbClr val="5D7180"/>
                </a:solidFill>
                <a:latin typeface="Aptos"/>
                <a:ea typeface="Aptos"/>
                <a:cs typeface="Aptos"/>
              </a:defRPr>
            </a:defPPr>
            <a:lvl1pPr algn="l">
              <a:defRPr sz="1125" b="0" i="0">
                <a:solidFill>
                  <a:srgbClr val="5D7180"/>
                </a:solidFill>
                <a:latin typeface="Aptos"/>
                <a:ea typeface="Aptos"/>
                <a:cs typeface="Aptos"/>
              </a:defRPr>
            </a:lvl1pPr>
            <a:lvl2pPr algn="l">
              <a:defRPr sz="1125" b="0" i="0">
                <a:solidFill>
                  <a:srgbClr val="5D7180"/>
                </a:solidFill>
                <a:latin typeface="Aptos"/>
                <a:ea typeface="Aptos"/>
                <a:cs typeface="Aptos"/>
              </a:defRPr>
            </a:lvl2pPr>
            <a:lvl3pPr algn="l">
              <a:defRPr sz="1125" b="0" i="0">
                <a:solidFill>
                  <a:srgbClr val="5D7180"/>
                </a:solidFill>
                <a:latin typeface="Aptos"/>
                <a:ea typeface="Aptos"/>
                <a:cs typeface="Aptos"/>
              </a:defRPr>
            </a:lvl3pPr>
            <a:lvl4pPr algn="l">
              <a:defRPr sz="1125" b="0" i="0">
                <a:solidFill>
                  <a:srgbClr val="5D7180"/>
                </a:solidFill>
                <a:latin typeface="Aptos"/>
                <a:ea typeface="Aptos"/>
                <a:cs typeface="Aptos"/>
              </a:defRPr>
            </a:lvl4pPr>
            <a:lvl5pPr algn="l">
              <a:defRPr sz="1125" b="0" i="0">
                <a:solidFill>
                  <a:srgbClr val="5D7180"/>
                </a:solidFill>
                <a:latin typeface="Aptos"/>
                <a:ea typeface="Aptos"/>
                <a:cs typeface="Aptos"/>
              </a:defRPr>
            </a:lvl5pPr>
            <a:lvl6pPr algn="l">
              <a:defRPr sz="1125" b="0" i="0">
                <a:solidFill>
                  <a:srgbClr val="5D7180"/>
                </a:solidFill>
                <a:latin typeface="Aptos"/>
                <a:ea typeface="Aptos"/>
                <a:cs typeface="Aptos"/>
              </a:defRPr>
            </a:lvl6pPr>
            <a:lvl7pPr algn="l">
              <a:defRPr sz="1125" b="0" i="0">
                <a:solidFill>
                  <a:srgbClr val="5D7180"/>
                </a:solidFill>
                <a:latin typeface="Aptos"/>
                <a:ea typeface="Aptos"/>
                <a:cs typeface="Aptos"/>
              </a:defRPr>
            </a:lvl7pPr>
            <a:lvl8pPr algn="l">
              <a:defRPr sz="1125" b="0" i="0">
                <a:solidFill>
                  <a:srgbClr val="5D7180"/>
                </a:solidFill>
                <a:latin typeface="Aptos"/>
                <a:ea typeface="Aptos"/>
                <a:cs typeface="Aptos"/>
              </a:defRPr>
            </a:lvl8pPr>
            <a:lvl9pPr algn="l">
              <a:defRPr sz="1125" b="0" i="0">
                <a:solidFill>
                  <a:srgbClr val="5D7180"/>
                </a:solidFill>
                <a:latin typeface="Aptos"/>
                <a:ea typeface="Aptos"/>
                <a:cs typeface="Aptos"/>
              </a:defRPr>
            </a:lvl9pPr>
          </a:lstStyle>
          <a:p xmlns:a="http://schemas.openxmlformats.org/drawingml/2006/main">
            <a:pPr algn="l">
              <a:defRPr sz="1125" b="0" i="0">
                <a:solidFill>
                  <a:srgbClr val="5D7180"/>
                </a:solidFill>
                <a:latin typeface="Aptos"/>
                <a:ea typeface="Aptos"/>
                <a:cs typeface="Aptos"/>
              </a:defRPr>
            </a:pPr>
            <a:r>
              <a:rPr sz="1125" b="0" i="0">
                <a:solidFill>
                  <a:srgbClr val="5D7180"/>
                </a:solidFill>
                <a:latin typeface="Aptos"/>
                <a:ea typeface="Aptos"/>
                <a:cs typeface="Aptos"/>
              </a:rPr>
              <a:t>películas para desarrollar</a:t>
            </a:r>
          </a:p>
        </p:txBody>
      </p:sp>
      <p:sp>
        <p:nvSpPr>
          <p:cNvPr id="30" name="">
            <a:extLst xmlns:a="http://schemas.openxmlformats.org/drawingml/2006/main">
              <a:ext uri="{FF2B5EF4-FFF2-40B4-BE49-F238E27FC236}">
                <a16:creationId xmlns:a16="http://schemas.microsoft.com/office/drawing/2014/main" id="{50BDD8CB-41C3-4A61-8771-A84E886CD659}"/>
              </a:ext>
            </a:extLst>
          </p:cNvPr>
          <p:cNvSpPr>
            <a:spLocks xmlns:a="http://schemas.openxmlformats.org/drawingml/2006/main" noGrp="1"/>
          </p:cNvSpPr>
          <p:nvPr/>
        </p:nvSpPr>
        <p:spPr>
          <a:xfrm xmlns:a="http://schemas.openxmlformats.org/drawingml/2006/main">
            <a:off x="4210050" y="521970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250" b="1" i="0">
                <a:solidFill>
                  <a:srgbClr val="102B3F"/>
                </a:solidFill>
                <a:latin typeface="Aptos"/>
                <a:ea typeface="Aptos"/>
                <a:cs typeface="Aptos"/>
              </a:defRPr>
            </a:defPPr>
            <a:lvl1pPr algn="l">
              <a:defRPr sz="2250" b="1" i="0">
                <a:solidFill>
                  <a:srgbClr val="102B3F"/>
                </a:solidFill>
                <a:latin typeface="Aptos"/>
                <a:ea typeface="Aptos"/>
                <a:cs typeface="Aptos"/>
              </a:defRPr>
            </a:lvl1pPr>
            <a:lvl2pPr algn="l">
              <a:defRPr sz="2250" b="1" i="0">
                <a:solidFill>
                  <a:srgbClr val="102B3F"/>
                </a:solidFill>
                <a:latin typeface="Aptos"/>
                <a:ea typeface="Aptos"/>
                <a:cs typeface="Aptos"/>
              </a:defRPr>
            </a:lvl2pPr>
            <a:lvl3pPr algn="l">
              <a:defRPr sz="2250" b="1" i="0">
                <a:solidFill>
                  <a:srgbClr val="102B3F"/>
                </a:solidFill>
                <a:latin typeface="Aptos"/>
                <a:ea typeface="Aptos"/>
                <a:cs typeface="Aptos"/>
              </a:defRPr>
            </a:lvl3pPr>
            <a:lvl4pPr algn="l">
              <a:defRPr sz="2250" b="1" i="0">
                <a:solidFill>
                  <a:srgbClr val="102B3F"/>
                </a:solidFill>
                <a:latin typeface="Aptos"/>
                <a:ea typeface="Aptos"/>
                <a:cs typeface="Aptos"/>
              </a:defRPr>
            </a:lvl4pPr>
            <a:lvl5pPr algn="l">
              <a:defRPr sz="2250" b="1" i="0">
                <a:solidFill>
                  <a:srgbClr val="102B3F"/>
                </a:solidFill>
                <a:latin typeface="Aptos"/>
                <a:ea typeface="Aptos"/>
                <a:cs typeface="Aptos"/>
              </a:defRPr>
            </a:lvl5pPr>
            <a:lvl6pPr algn="l">
              <a:defRPr sz="2250" b="1" i="0">
                <a:solidFill>
                  <a:srgbClr val="102B3F"/>
                </a:solidFill>
                <a:latin typeface="Aptos"/>
                <a:ea typeface="Aptos"/>
                <a:cs typeface="Aptos"/>
              </a:defRPr>
            </a:lvl6pPr>
            <a:lvl7pPr algn="l">
              <a:defRPr sz="2250" b="1" i="0">
                <a:solidFill>
                  <a:srgbClr val="102B3F"/>
                </a:solidFill>
                <a:latin typeface="Aptos"/>
                <a:ea typeface="Aptos"/>
                <a:cs typeface="Aptos"/>
              </a:defRPr>
            </a:lvl7pPr>
            <a:lvl8pPr algn="l">
              <a:defRPr sz="2250" b="1" i="0">
                <a:solidFill>
                  <a:srgbClr val="102B3F"/>
                </a:solidFill>
                <a:latin typeface="Aptos"/>
                <a:ea typeface="Aptos"/>
                <a:cs typeface="Aptos"/>
              </a:defRPr>
            </a:lvl8pPr>
            <a:lvl9pPr algn="l">
              <a:defRPr sz="2250" b="1" i="0">
                <a:solidFill>
                  <a:srgbClr val="102B3F"/>
                </a:solidFill>
                <a:latin typeface="Aptos"/>
                <a:ea typeface="Aptos"/>
                <a:cs typeface="Aptos"/>
              </a:defRPr>
            </a:lvl9pPr>
          </a:lstStyle>
          <a:p xmlns:a="http://schemas.openxmlformats.org/drawingml/2006/main">
            <a:pPr algn="l">
              <a:defRPr sz="2250" b="1" i="0">
                <a:solidFill>
                  <a:srgbClr val="102B3F"/>
                </a:solidFill>
                <a:latin typeface="Aptos"/>
                <a:ea typeface="Aptos"/>
                <a:cs typeface="Aptos"/>
              </a:defRPr>
            </a:pPr>
            <a:r>
              <a:rPr sz="2250" b="1" i="0">
                <a:solidFill>
                  <a:srgbClr val="102B3F"/>
                </a:solidFill>
                <a:latin typeface="Aptos"/>
                <a:ea typeface="Aptos"/>
                <a:cs typeface="Aptos"/>
              </a:rPr>
              <a:t>646</a:t>
            </a:r>
          </a:p>
        </p:txBody>
      </p:sp>
      <p:sp>
        <p:nvSpPr>
          <p:cNvPr id="31" name="">
            <a:extLst xmlns:a="http://schemas.openxmlformats.org/drawingml/2006/main">
              <a:ext uri="{FF2B5EF4-FFF2-40B4-BE49-F238E27FC236}">
                <a16:creationId xmlns:a16="http://schemas.microsoft.com/office/drawing/2014/main" id="{AE52784A-B831-403C-BE89-0F0C897E995C}"/>
              </a:ext>
            </a:extLst>
          </p:cNvPr>
          <p:cNvSpPr>
            <a:spLocks xmlns:a="http://schemas.openxmlformats.org/drawingml/2006/main" noGrp="1"/>
          </p:cNvSpPr>
          <p:nvPr/>
        </p:nvSpPr>
        <p:spPr>
          <a:xfrm xmlns:a="http://schemas.openxmlformats.org/drawingml/2006/main">
            <a:off x="4210050" y="5610225"/>
            <a:ext cx="2476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125" b="0" i="0">
                <a:solidFill>
                  <a:srgbClr val="5D7180"/>
                </a:solidFill>
                <a:latin typeface="Aptos"/>
                <a:ea typeface="Aptos"/>
                <a:cs typeface="Aptos"/>
              </a:defRPr>
            </a:defPPr>
            <a:lvl1pPr algn="l">
              <a:defRPr sz="1125" b="0" i="0">
                <a:solidFill>
                  <a:srgbClr val="5D7180"/>
                </a:solidFill>
                <a:latin typeface="Aptos"/>
                <a:ea typeface="Aptos"/>
                <a:cs typeface="Aptos"/>
              </a:defRPr>
            </a:lvl1pPr>
            <a:lvl2pPr algn="l">
              <a:defRPr sz="1125" b="0" i="0">
                <a:solidFill>
                  <a:srgbClr val="5D7180"/>
                </a:solidFill>
                <a:latin typeface="Aptos"/>
                <a:ea typeface="Aptos"/>
                <a:cs typeface="Aptos"/>
              </a:defRPr>
            </a:lvl2pPr>
            <a:lvl3pPr algn="l">
              <a:defRPr sz="1125" b="0" i="0">
                <a:solidFill>
                  <a:srgbClr val="5D7180"/>
                </a:solidFill>
                <a:latin typeface="Aptos"/>
                <a:ea typeface="Aptos"/>
                <a:cs typeface="Aptos"/>
              </a:defRPr>
            </a:lvl3pPr>
            <a:lvl4pPr algn="l">
              <a:defRPr sz="1125" b="0" i="0">
                <a:solidFill>
                  <a:srgbClr val="5D7180"/>
                </a:solidFill>
                <a:latin typeface="Aptos"/>
                <a:ea typeface="Aptos"/>
                <a:cs typeface="Aptos"/>
              </a:defRPr>
            </a:lvl4pPr>
            <a:lvl5pPr algn="l">
              <a:defRPr sz="1125" b="0" i="0">
                <a:solidFill>
                  <a:srgbClr val="5D7180"/>
                </a:solidFill>
                <a:latin typeface="Aptos"/>
                <a:ea typeface="Aptos"/>
                <a:cs typeface="Aptos"/>
              </a:defRPr>
            </a:lvl5pPr>
            <a:lvl6pPr algn="l">
              <a:defRPr sz="1125" b="0" i="0">
                <a:solidFill>
                  <a:srgbClr val="5D7180"/>
                </a:solidFill>
                <a:latin typeface="Aptos"/>
                <a:ea typeface="Aptos"/>
                <a:cs typeface="Aptos"/>
              </a:defRPr>
            </a:lvl6pPr>
            <a:lvl7pPr algn="l">
              <a:defRPr sz="1125" b="0" i="0">
                <a:solidFill>
                  <a:srgbClr val="5D7180"/>
                </a:solidFill>
                <a:latin typeface="Aptos"/>
                <a:ea typeface="Aptos"/>
                <a:cs typeface="Aptos"/>
              </a:defRPr>
            </a:lvl7pPr>
            <a:lvl8pPr algn="l">
              <a:defRPr sz="1125" b="0" i="0">
                <a:solidFill>
                  <a:srgbClr val="5D7180"/>
                </a:solidFill>
                <a:latin typeface="Aptos"/>
                <a:ea typeface="Aptos"/>
                <a:cs typeface="Aptos"/>
              </a:defRPr>
            </a:lvl8pPr>
            <a:lvl9pPr algn="l">
              <a:defRPr sz="1125" b="0" i="0">
                <a:solidFill>
                  <a:srgbClr val="5D7180"/>
                </a:solidFill>
                <a:latin typeface="Aptos"/>
                <a:ea typeface="Aptos"/>
                <a:cs typeface="Aptos"/>
              </a:defRPr>
            </a:lvl9pPr>
          </a:lstStyle>
          <a:p xmlns:a="http://schemas.openxmlformats.org/drawingml/2006/main">
            <a:pPr algn="l">
              <a:defRPr sz="1125" b="0" i="0">
                <a:solidFill>
                  <a:srgbClr val="5D7180"/>
                </a:solidFill>
                <a:latin typeface="Aptos"/>
                <a:ea typeface="Aptos"/>
                <a:cs typeface="Aptos"/>
              </a:defRPr>
            </a:pPr>
            <a:r>
              <a:rPr sz="1125" b="0" i="0">
                <a:solidFill>
                  <a:srgbClr val="5D7180"/>
                </a:solidFill>
                <a:latin typeface="Aptos"/>
                <a:ea typeface="Aptos"/>
                <a:cs typeface="Aptos"/>
              </a:rPr>
              <a:t>películas de prueba</a:t>
            </a:r>
          </a:p>
        </p:txBody>
      </p:sp>
      <p:sp>
        <p:nvSpPr>
          <p:cNvPr id="32" name="">
            <a:extLst xmlns:a="http://schemas.openxmlformats.org/drawingml/2006/main">
              <a:ext uri="{FF2B5EF4-FFF2-40B4-BE49-F238E27FC236}">
                <a16:creationId xmlns:a16="http://schemas.microsoft.com/office/drawing/2014/main" id="{464AC290-64FA-4788-BBC0-E51E63982B43}"/>
              </a:ext>
            </a:extLst>
          </p:cNvPr>
          <p:cNvSpPr>
            <a:spLocks xmlns:a="http://schemas.openxmlformats.org/drawingml/2006/main" noGrp="1"/>
          </p:cNvSpPr>
          <p:nvPr/>
        </p:nvSpPr>
        <p:spPr>
          <a:xfrm xmlns:a="http://schemas.openxmlformats.org/drawingml/2006/main">
            <a:off x="7172325" y="5343525"/>
            <a:ext cx="3943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75" b="1" i="0">
                <a:solidFill>
                  <a:srgbClr val="102B3F"/>
                </a:solidFill>
                <a:latin typeface="Aptos"/>
                <a:ea typeface="Aptos"/>
                <a:cs typeface="Aptos"/>
              </a:defRPr>
            </a:defPPr>
            <a:lvl1pPr algn="l">
              <a:defRPr sz="1275" b="1" i="0">
                <a:solidFill>
                  <a:srgbClr val="102B3F"/>
                </a:solidFill>
                <a:latin typeface="Aptos"/>
                <a:ea typeface="Aptos"/>
                <a:cs typeface="Aptos"/>
              </a:defRPr>
            </a:lvl1pPr>
            <a:lvl2pPr algn="l">
              <a:defRPr sz="1275" b="1" i="0">
                <a:solidFill>
                  <a:srgbClr val="102B3F"/>
                </a:solidFill>
                <a:latin typeface="Aptos"/>
                <a:ea typeface="Aptos"/>
                <a:cs typeface="Aptos"/>
              </a:defRPr>
            </a:lvl2pPr>
            <a:lvl3pPr algn="l">
              <a:defRPr sz="1275" b="1" i="0">
                <a:solidFill>
                  <a:srgbClr val="102B3F"/>
                </a:solidFill>
                <a:latin typeface="Aptos"/>
                <a:ea typeface="Aptos"/>
                <a:cs typeface="Aptos"/>
              </a:defRPr>
            </a:lvl3pPr>
            <a:lvl4pPr algn="l">
              <a:defRPr sz="1275" b="1" i="0">
                <a:solidFill>
                  <a:srgbClr val="102B3F"/>
                </a:solidFill>
                <a:latin typeface="Aptos"/>
                <a:ea typeface="Aptos"/>
                <a:cs typeface="Aptos"/>
              </a:defRPr>
            </a:lvl4pPr>
            <a:lvl5pPr algn="l">
              <a:defRPr sz="1275" b="1" i="0">
                <a:solidFill>
                  <a:srgbClr val="102B3F"/>
                </a:solidFill>
                <a:latin typeface="Aptos"/>
                <a:ea typeface="Aptos"/>
                <a:cs typeface="Aptos"/>
              </a:defRPr>
            </a:lvl5pPr>
            <a:lvl6pPr algn="l">
              <a:defRPr sz="1275" b="1" i="0">
                <a:solidFill>
                  <a:srgbClr val="102B3F"/>
                </a:solidFill>
                <a:latin typeface="Aptos"/>
                <a:ea typeface="Aptos"/>
                <a:cs typeface="Aptos"/>
              </a:defRPr>
            </a:lvl6pPr>
            <a:lvl7pPr algn="l">
              <a:defRPr sz="1275" b="1" i="0">
                <a:solidFill>
                  <a:srgbClr val="102B3F"/>
                </a:solidFill>
                <a:latin typeface="Aptos"/>
                <a:ea typeface="Aptos"/>
                <a:cs typeface="Aptos"/>
              </a:defRPr>
            </a:lvl7pPr>
            <a:lvl8pPr algn="l">
              <a:defRPr sz="1275" b="1" i="0">
                <a:solidFill>
                  <a:srgbClr val="102B3F"/>
                </a:solidFill>
                <a:latin typeface="Aptos"/>
                <a:ea typeface="Aptos"/>
                <a:cs typeface="Aptos"/>
              </a:defRPr>
            </a:lvl8pPr>
            <a:lvl9pPr algn="l">
              <a:defRPr sz="1275" b="1" i="0">
                <a:solidFill>
                  <a:srgbClr val="102B3F"/>
                </a:solidFill>
                <a:latin typeface="Aptos"/>
                <a:ea typeface="Aptos"/>
                <a:cs typeface="Aptos"/>
              </a:defRPr>
            </a:lvl9pPr>
          </a:lstStyle>
          <a:p xmlns:a="http://schemas.openxmlformats.org/drawingml/2006/main">
            <a:pPr algn="l">
              <a:defRPr sz="1275" b="1" i="0">
                <a:solidFill>
                  <a:srgbClr val="102B3F"/>
                </a:solidFill>
                <a:latin typeface="Aptos"/>
                <a:ea typeface="Aptos"/>
                <a:cs typeface="Aptos"/>
              </a:defRPr>
            </a:pPr>
            <a:r>
              <a:rPr sz="1275" b="1" i="0">
                <a:solidFill>
                  <a:srgbClr val="102B3F"/>
                </a:solidFill>
                <a:latin typeface="Aptos"/>
                <a:ea typeface="Aptos"/>
                <a:cs typeface="Aptos"/>
              </a:rPr>
              <a:t>Preprocesamiento y validación se ajustan dentro de cada fold.</a:t>
            </a:r>
          </a:p>
        </p:txBody>
      </p:sp>
      <p:sp>
        <p:nvSpPr>
          <p:cNvPr id="33" name="">
            <a:extLst xmlns:a="http://schemas.openxmlformats.org/drawingml/2006/main">
              <a:ext uri="{FF2B5EF4-FFF2-40B4-BE49-F238E27FC236}">
                <a16:creationId xmlns:a16="http://schemas.microsoft.com/office/drawing/2014/main" id="{7BF1BED1-99AD-4C90-86EF-E29B89556AAE}"/>
              </a:ext>
            </a:extLst>
          </p:cNvPr>
          <p:cNvSpPr>
            <a:spLocks xmlns:a="http://schemas.openxmlformats.org/drawingml/2006/main" noGrp="1"/>
          </p:cNvSpPr>
          <p:nvPr/>
        </p:nvSpPr>
        <p:spPr>
          <a:xfrm xmlns:a="http://schemas.openxmlformats.org/drawingml/2006/main">
            <a:off x="514350" y="64198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900" b="1" i="0">
                <a:solidFill>
                  <a:srgbClr val="5D7180"/>
                </a:solidFill>
                <a:latin typeface="Aptos"/>
                <a:ea typeface="Aptos"/>
                <a:cs typeface="Aptos"/>
              </a:defRPr>
            </a:defPPr>
            <a:lvl1pPr algn="l">
              <a:defRPr sz="900" b="1" i="0">
                <a:solidFill>
                  <a:srgbClr val="5D7180"/>
                </a:solidFill>
                <a:latin typeface="Aptos"/>
                <a:ea typeface="Aptos"/>
                <a:cs typeface="Aptos"/>
              </a:defRPr>
            </a:lvl1pPr>
            <a:lvl2pPr algn="l">
              <a:defRPr sz="900" b="1" i="0">
                <a:solidFill>
                  <a:srgbClr val="5D7180"/>
                </a:solidFill>
                <a:latin typeface="Aptos"/>
                <a:ea typeface="Aptos"/>
                <a:cs typeface="Aptos"/>
              </a:defRPr>
            </a:lvl2pPr>
            <a:lvl3pPr algn="l">
              <a:defRPr sz="900" b="1" i="0">
                <a:solidFill>
                  <a:srgbClr val="5D7180"/>
                </a:solidFill>
                <a:latin typeface="Aptos"/>
                <a:ea typeface="Aptos"/>
                <a:cs typeface="Aptos"/>
              </a:defRPr>
            </a:lvl3pPr>
            <a:lvl4pPr algn="l">
              <a:defRPr sz="900" b="1" i="0">
                <a:solidFill>
                  <a:srgbClr val="5D7180"/>
                </a:solidFill>
                <a:latin typeface="Aptos"/>
                <a:ea typeface="Aptos"/>
                <a:cs typeface="Aptos"/>
              </a:defRPr>
            </a:lvl4pPr>
            <a:lvl5pPr algn="l">
              <a:defRPr sz="900" b="1" i="0">
                <a:solidFill>
                  <a:srgbClr val="5D7180"/>
                </a:solidFill>
                <a:latin typeface="Aptos"/>
                <a:ea typeface="Aptos"/>
                <a:cs typeface="Aptos"/>
              </a:defRPr>
            </a:lvl5pPr>
            <a:lvl6pPr algn="l">
              <a:defRPr sz="900" b="1" i="0">
                <a:solidFill>
                  <a:srgbClr val="5D7180"/>
                </a:solidFill>
                <a:latin typeface="Aptos"/>
                <a:ea typeface="Aptos"/>
                <a:cs typeface="Aptos"/>
              </a:defRPr>
            </a:lvl6pPr>
            <a:lvl7pPr algn="l">
              <a:defRPr sz="900" b="1" i="0">
                <a:solidFill>
                  <a:srgbClr val="5D7180"/>
                </a:solidFill>
                <a:latin typeface="Aptos"/>
                <a:ea typeface="Aptos"/>
                <a:cs typeface="Aptos"/>
              </a:defRPr>
            </a:lvl7pPr>
            <a:lvl8pPr algn="l">
              <a:defRPr sz="900" b="1" i="0">
                <a:solidFill>
                  <a:srgbClr val="5D7180"/>
                </a:solidFill>
                <a:latin typeface="Aptos"/>
                <a:ea typeface="Aptos"/>
                <a:cs typeface="Aptos"/>
              </a:defRPr>
            </a:lvl8pPr>
            <a:lvl9pPr algn="l">
              <a:defRPr sz="900" b="1" i="0">
                <a:solidFill>
                  <a:srgbClr val="5D7180"/>
                </a:solidFill>
                <a:latin typeface="Aptos"/>
                <a:ea typeface="Aptos"/>
                <a:cs typeface="Aptos"/>
              </a:defRPr>
            </a:lvl9pPr>
          </a:lstStyle>
          <a:p xmlns:a="http://schemas.openxmlformats.org/drawingml/2006/main">
            <a:pPr algn="l">
              <a:defRPr sz="900" b="1" i="0">
                <a:solidFill>
                  <a:srgbClr val="5D7180"/>
                </a:solidFill>
                <a:latin typeface="Aptos"/>
                <a:ea typeface="Aptos"/>
                <a:cs typeface="Aptos"/>
              </a:defRPr>
            </a:pPr>
            <a:r>
              <a:rPr sz="900" b="1" i="0">
                <a:solidFill>
                  <a:srgbClr val="5D7180"/>
                </a:solidFill>
                <a:latin typeface="Aptos"/>
                <a:ea typeface="Aptos"/>
                <a:cs typeface="Aptos"/>
              </a:rPr>
              <a:t>PROYECTO INTEGRADOR · MACHINE LEARNING</a:t>
            </a:r>
          </a:p>
        </p:txBody>
      </p:sp>
      <p:sp>
        <p:nvSpPr>
          <p:cNvPr id="34" name="">
            <a:extLst xmlns:a="http://schemas.openxmlformats.org/drawingml/2006/main">
              <a:ext uri="{FF2B5EF4-FFF2-40B4-BE49-F238E27FC236}">
                <a16:creationId xmlns:a16="http://schemas.microsoft.com/office/drawing/2014/main" id="{3AFF215F-4E52-4D1D-BFBB-01CA316AE64A}"/>
              </a:ext>
            </a:extLst>
          </p:cNvPr>
          <p:cNvSpPr>
            <a:spLocks xmlns:a="http://schemas.openxmlformats.org/drawingml/2006/main" noGrp="1"/>
          </p:cNvSpPr>
          <p:nvPr/>
        </p:nvSpPr>
        <p:spPr>
          <a:xfrm xmlns:a="http://schemas.openxmlformats.org/drawingml/2006/main">
            <a:off x="11163300" y="64198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r">
              <a:defRPr sz="900" b="1" i="0">
                <a:solidFill>
                  <a:srgbClr val="5D7180"/>
                </a:solidFill>
                <a:latin typeface="Aptos"/>
                <a:ea typeface="Aptos"/>
                <a:cs typeface="Aptos"/>
              </a:defRPr>
            </a:defPPr>
            <a:lvl1pPr algn="r">
              <a:defRPr sz="900" b="1" i="0">
                <a:solidFill>
                  <a:srgbClr val="5D7180"/>
                </a:solidFill>
                <a:latin typeface="Aptos"/>
                <a:ea typeface="Aptos"/>
                <a:cs typeface="Aptos"/>
              </a:defRPr>
            </a:lvl1pPr>
            <a:lvl2pPr algn="r">
              <a:defRPr sz="900" b="1" i="0">
                <a:solidFill>
                  <a:srgbClr val="5D7180"/>
                </a:solidFill>
                <a:latin typeface="Aptos"/>
                <a:ea typeface="Aptos"/>
                <a:cs typeface="Aptos"/>
              </a:defRPr>
            </a:lvl2pPr>
            <a:lvl3pPr algn="r">
              <a:defRPr sz="900" b="1" i="0">
                <a:solidFill>
                  <a:srgbClr val="5D7180"/>
                </a:solidFill>
                <a:latin typeface="Aptos"/>
                <a:ea typeface="Aptos"/>
                <a:cs typeface="Aptos"/>
              </a:defRPr>
            </a:lvl3pPr>
            <a:lvl4pPr algn="r">
              <a:defRPr sz="900" b="1" i="0">
                <a:solidFill>
                  <a:srgbClr val="5D7180"/>
                </a:solidFill>
                <a:latin typeface="Aptos"/>
                <a:ea typeface="Aptos"/>
                <a:cs typeface="Aptos"/>
              </a:defRPr>
            </a:lvl4pPr>
            <a:lvl5pPr algn="r">
              <a:defRPr sz="900" b="1" i="0">
                <a:solidFill>
                  <a:srgbClr val="5D7180"/>
                </a:solidFill>
                <a:latin typeface="Aptos"/>
                <a:ea typeface="Aptos"/>
                <a:cs typeface="Aptos"/>
              </a:defRPr>
            </a:lvl5pPr>
            <a:lvl6pPr algn="r">
              <a:defRPr sz="900" b="1" i="0">
                <a:solidFill>
                  <a:srgbClr val="5D7180"/>
                </a:solidFill>
                <a:latin typeface="Aptos"/>
                <a:ea typeface="Aptos"/>
                <a:cs typeface="Aptos"/>
              </a:defRPr>
            </a:lvl6pPr>
            <a:lvl7pPr algn="r">
              <a:defRPr sz="900" b="1" i="0">
                <a:solidFill>
                  <a:srgbClr val="5D7180"/>
                </a:solidFill>
                <a:latin typeface="Aptos"/>
                <a:ea typeface="Aptos"/>
                <a:cs typeface="Aptos"/>
              </a:defRPr>
            </a:lvl7pPr>
            <a:lvl8pPr algn="r">
              <a:defRPr sz="900" b="1" i="0">
                <a:solidFill>
                  <a:srgbClr val="5D7180"/>
                </a:solidFill>
                <a:latin typeface="Aptos"/>
                <a:ea typeface="Aptos"/>
                <a:cs typeface="Aptos"/>
              </a:defRPr>
            </a:lvl8pPr>
            <a:lvl9pPr algn="r">
              <a:defRPr sz="900" b="1" i="0">
                <a:solidFill>
                  <a:srgbClr val="5D7180"/>
                </a:solidFill>
                <a:latin typeface="Aptos"/>
                <a:ea typeface="Aptos"/>
                <a:cs typeface="Aptos"/>
              </a:defRPr>
            </a:lvl9pPr>
          </a:lstStyle>
          <a:p xmlns:a="http://schemas.openxmlformats.org/drawingml/2006/main">
            <a:pPr algn="r">
              <a:defRPr sz="900" b="1" i="0">
                <a:solidFill>
                  <a:srgbClr val="5D7180"/>
                </a:solidFill>
                <a:latin typeface="Aptos"/>
                <a:ea typeface="Aptos"/>
                <a:cs typeface="Aptos"/>
              </a:defRPr>
            </a:pPr>
            <a:r>
              <a:rPr sz="900" b="1" i="0">
                <a:solidFill>
                  <a:srgbClr val="5D7180"/>
                </a:solidFill>
                <a:latin typeface="Aptos"/>
                <a:ea typeface="Aptos"/>
                <a:cs typeface="Aptos"/>
              </a:rPr>
              <a:t>04</a:t>
            </a:r>
          </a:p>
        </p:txBody>
      </p:sp>
    </p:spTree>
    <p:extLst>
      <p:ext uri="{BB962C8B-B14F-4D97-AF65-F5344CB8AC3E}">
        <p14:creationId xmlns:p14="http://schemas.microsoft.com/office/powerpoint/2010/main" val="668283383"/>
      </p:ext>
    </p:extLst>
  </p:cSld>
</p:sld>
</file>

<file path=ppt/slides/slide5.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0E66F3FE-8168-419C-992A-4C97D2EB5069}"/>
              </a:ext>
            </a:extLst>
          </p:cNvPr>
          <p:cNvSpPr>
            <a:spLocks xmlns:a="http://schemas.openxmlformats.org/drawingml/2006/main" noGrp="1"/>
          </p:cNvSpPr>
          <p:nvPr/>
        </p:nvSpPr>
        <p:spPr>
          <a:xfrm xmlns:a="http://schemas.openxmlformats.org/drawingml/2006/main">
            <a:off x="5143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975" b="1" i="0">
                <a:solidFill>
                  <a:srgbClr val="00A6A6"/>
                </a:solidFill>
                <a:latin typeface="Aptos"/>
                <a:ea typeface="Aptos"/>
                <a:cs typeface="Aptos"/>
              </a:defRPr>
            </a:defPPr>
            <a:lvl1pPr algn="l">
              <a:defRPr sz="975" b="1" i="0">
                <a:solidFill>
                  <a:srgbClr val="00A6A6"/>
                </a:solidFill>
                <a:latin typeface="Aptos"/>
                <a:ea typeface="Aptos"/>
                <a:cs typeface="Aptos"/>
              </a:defRPr>
            </a:lvl1pPr>
            <a:lvl2pPr algn="l">
              <a:defRPr sz="975" b="1" i="0">
                <a:solidFill>
                  <a:srgbClr val="00A6A6"/>
                </a:solidFill>
                <a:latin typeface="Aptos"/>
                <a:ea typeface="Aptos"/>
                <a:cs typeface="Aptos"/>
              </a:defRPr>
            </a:lvl2pPr>
            <a:lvl3pPr algn="l">
              <a:defRPr sz="975" b="1" i="0">
                <a:solidFill>
                  <a:srgbClr val="00A6A6"/>
                </a:solidFill>
                <a:latin typeface="Aptos"/>
                <a:ea typeface="Aptos"/>
                <a:cs typeface="Aptos"/>
              </a:defRPr>
            </a:lvl3pPr>
            <a:lvl4pPr algn="l">
              <a:defRPr sz="975" b="1" i="0">
                <a:solidFill>
                  <a:srgbClr val="00A6A6"/>
                </a:solidFill>
                <a:latin typeface="Aptos"/>
                <a:ea typeface="Aptos"/>
                <a:cs typeface="Aptos"/>
              </a:defRPr>
            </a:lvl4pPr>
            <a:lvl5pPr algn="l">
              <a:defRPr sz="975" b="1" i="0">
                <a:solidFill>
                  <a:srgbClr val="00A6A6"/>
                </a:solidFill>
                <a:latin typeface="Aptos"/>
                <a:ea typeface="Aptos"/>
                <a:cs typeface="Aptos"/>
              </a:defRPr>
            </a:lvl5pPr>
            <a:lvl6pPr algn="l">
              <a:defRPr sz="975" b="1" i="0">
                <a:solidFill>
                  <a:srgbClr val="00A6A6"/>
                </a:solidFill>
                <a:latin typeface="Aptos"/>
                <a:ea typeface="Aptos"/>
                <a:cs typeface="Aptos"/>
              </a:defRPr>
            </a:lvl6pPr>
            <a:lvl7pPr algn="l">
              <a:defRPr sz="975" b="1" i="0">
                <a:solidFill>
                  <a:srgbClr val="00A6A6"/>
                </a:solidFill>
                <a:latin typeface="Aptos"/>
                <a:ea typeface="Aptos"/>
                <a:cs typeface="Aptos"/>
              </a:defRPr>
            </a:lvl7pPr>
            <a:lvl8pPr algn="l">
              <a:defRPr sz="975" b="1" i="0">
                <a:solidFill>
                  <a:srgbClr val="00A6A6"/>
                </a:solidFill>
                <a:latin typeface="Aptos"/>
                <a:ea typeface="Aptos"/>
                <a:cs typeface="Aptos"/>
              </a:defRPr>
            </a:lvl8pPr>
            <a:lvl9pPr algn="l">
              <a:defRPr sz="975" b="1" i="0">
                <a:solidFill>
                  <a:srgbClr val="00A6A6"/>
                </a:solidFill>
                <a:latin typeface="Aptos"/>
                <a:ea typeface="Aptos"/>
                <a:cs typeface="Aptos"/>
              </a:defRPr>
            </a:lvl9pPr>
          </a:lstStyle>
          <a:p xmlns:a="http://schemas.openxmlformats.org/drawingml/2006/main">
            <a:pPr algn="l">
              <a:defRPr sz="975" b="1" i="0">
                <a:solidFill>
                  <a:srgbClr val="00A6A6"/>
                </a:solidFill>
                <a:latin typeface="Aptos"/>
                <a:ea typeface="Aptos"/>
                <a:cs typeface="Aptos"/>
              </a:defRPr>
            </a:pPr>
            <a:r>
              <a:rPr sz="975" b="1" i="0">
                <a:solidFill>
                  <a:srgbClr val="00A6A6"/>
                </a:solidFill>
                <a:latin typeface="Aptos"/>
                <a:ea typeface="Aptos"/>
                <a:cs typeface="Aptos"/>
              </a:rPr>
              <a:t>PELÍCULAS · CLASIFICACIÓN</a:t>
            </a:r>
          </a:p>
        </p:txBody>
      </p:sp>
      <p:sp>
        <p:nvSpPr>
          <p:cNvPr id="2" name="">
            <a:extLst xmlns:a="http://schemas.openxmlformats.org/drawingml/2006/main">
              <a:ext uri="{FF2B5EF4-FFF2-40B4-BE49-F238E27FC236}">
                <a16:creationId xmlns:a16="http://schemas.microsoft.com/office/drawing/2014/main" id="{C3B361D9-00CE-4A1E-9064-5CDD673C21D4}"/>
              </a:ext>
            </a:extLst>
          </p:cNvPr>
          <p:cNvSpPr>
            <a:spLocks xmlns:a="http://schemas.openxmlformats.org/drawingml/2006/main" noGrp="1"/>
          </p:cNvSpPr>
          <p:nvPr/>
        </p:nvSpPr>
        <p:spPr>
          <a:xfrm xmlns:a="http://schemas.openxmlformats.org/drawingml/2006/main">
            <a:off x="514350" y="590550"/>
            <a:ext cx="11125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550" b="1" i="0">
                <a:solidFill>
                  <a:srgbClr val="102B3F"/>
                </a:solidFill>
                <a:latin typeface="Aptos"/>
                <a:ea typeface="Aptos"/>
                <a:cs typeface="Aptos"/>
              </a:defRPr>
            </a:defPPr>
            <a:lvl1pPr algn="l">
              <a:defRPr sz="2550" b="1" i="0">
                <a:solidFill>
                  <a:srgbClr val="102B3F"/>
                </a:solidFill>
                <a:latin typeface="Aptos"/>
                <a:ea typeface="Aptos"/>
                <a:cs typeface="Aptos"/>
              </a:defRPr>
            </a:lvl1pPr>
            <a:lvl2pPr algn="l">
              <a:defRPr sz="2550" b="1" i="0">
                <a:solidFill>
                  <a:srgbClr val="102B3F"/>
                </a:solidFill>
                <a:latin typeface="Aptos"/>
                <a:ea typeface="Aptos"/>
                <a:cs typeface="Aptos"/>
              </a:defRPr>
            </a:lvl2pPr>
            <a:lvl3pPr algn="l">
              <a:defRPr sz="2550" b="1" i="0">
                <a:solidFill>
                  <a:srgbClr val="102B3F"/>
                </a:solidFill>
                <a:latin typeface="Aptos"/>
                <a:ea typeface="Aptos"/>
                <a:cs typeface="Aptos"/>
              </a:defRPr>
            </a:lvl3pPr>
            <a:lvl4pPr algn="l">
              <a:defRPr sz="2550" b="1" i="0">
                <a:solidFill>
                  <a:srgbClr val="102B3F"/>
                </a:solidFill>
                <a:latin typeface="Aptos"/>
                <a:ea typeface="Aptos"/>
                <a:cs typeface="Aptos"/>
              </a:defRPr>
            </a:lvl4pPr>
            <a:lvl5pPr algn="l">
              <a:defRPr sz="2550" b="1" i="0">
                <a:solidFill>
                  <a:srgbClr val="102B3F"/>
                </a:solidFill>
                <a:latin typeface="Aptos"/>
                <a:ea typeface="Aptos"/>
                <a:cs typeface="Aptos"/>
              </a:defRPr>
            </a:lvl5pPr>
            <a:lvl6pPr algn="l">
              <a:defRPr sz="2550" b="1" i="0">
                <a:solidFill>
                  <a:srgbClr val="102B3F"/>
                </a:solidFill>
                <a:latin typeface="Aptos"/>
                <a:ea typeface="Aptos"/>
                <a:cs typeface="Aptos"/>
              </a:defRPr>
            </a:lvl6pPr>
            <a:lvl7pPr algn="l">
              <a:defRPr sz="2550" b="1" i="0">
                <a:solidFill>
                  <a:srgbClr val="102B3F"/>
                </a:solidFill>
                <a:latin typeface="Aptos"/>
                <a:ea typeface="Aptos"/>
                <a:cs typeface="Aptos"/>
              </a:defRPr>
            </a:lvl7pPr>
            <a:lvl8pPr algn="l">
              <a:defRPr sz="2550" b="1" i="0">
                <a:solidFill>
                  <a:srgbClr val="102B3F"/>
                </a:solidFill>
                <a:latin typeface="Aptos"/>
                <a:ea typeface="Aptos"/>
                <a:cs typeface="Aptos"/>
              </a:defRPr>
            </a:lvl8pPr>
            <a:lvl9pPr algn="l">
              <a:defRPr sz="2550" b="1" i="0">
                <a:solidFill>
                  <a:srgbClr val="102B3F"/>
                </a:solidFill>
                <a:latin typeface="Aptos"/>
                <a:ea typeface="Aptos"/>
                <a:cs typeface="Aptos"/>
              </a:defRPr>
            </a:lvl9pPr>
          </a:lstStyle>
          <a:p xmlns:a="http://schemas.openxmlformats.org/drawingml/2006/main">
            <a:pPr algn="l">
              <a:defRPr sz="2550" b="1" i="0">
                <a:solidFill>
                  <a:srgbClr val="102B3F"/>
                </a:solidFill>
                <a:latin typeface="Aptos"/>
                <a:ea typeface="Aptos"/>
                <a:cs typeface="Aptos"/>
              </a:defRPr>
            </a:pPr>
            <a:r>
              <a:rPr sz="2550" b="1" i="0">
                <a:solidFill>
                  <a:srgbClr val="102B3F"/>
                </a:solidFill>
                <a:latin typeface="Aptos"/>
                <a:ea typeface="Aptos"/>
                <a:cs typeface="Aptos"/>
              </a:rPr>
              <a:t>SVM obtuvo el mejor resultado en la prueba</a:t>
            </a:r>
          </a:p>
        </p:txBody>
      </p:sp>
      <p:sp>
        <p:nvSpPr>
          <p:cNvPr id="3" name="">
            <a:extLst xmlns:a="http://schemas.openxmlformats.org/drawingml/2006/main">
              <a:ext uri="{FF2B5EF4-FFF2-40B4-BE49-F238E27FC236}">
                <a16:creationId xmlns:a16="http://schemas.microsoft.com/office/drawing/2014/main" id="{1EBA7438-1B1A-45B4-8551-B1CFC089E30D}"/>
              </a:ext>
            </a:extLst>
          </p:cNvPr>
          <p:cNvSpPr>
            <a:spLocks xmlns:a="http://schemas.openxmlformats.org/drawingml/2006/main" noGrp="1"/>
          </p:cNvSpPr>
          <p:nvPr/>
        </p:nvSpPr>
        <p:spPr>
          <a:xfrm xmlns:a="http://schemas.openxmlformats.org/drawingml/2006/main">
            <a:off x="514350" y="1133475"/>
            <a:ext cx="11125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75" b="0" i="0">
                <a:solidFill>
                  <a:srgbClr val="5D7180"/>
                </a:solidFill>
                <a:latin typeface="Aptos"/>
                <a:ea typeface="Aptos"/>
                <a:cs typeface="Aptos"/>
              </a:defRPr>
            </a:defPPr>
            <a:lvl1pPr algn="l">
              <a:defRPr sz="1275" b="0" i="0">
                <a:solidFill>
                  <a:srgbClr val="5D7180"/>
                </a:solidFill>
                <a:latin typeface="Aptos"/>
                <a:ea typeface="Aptos"/>
                <a:cs typeface="Aptos"/>
              </a:defRPr>
            </a:lvl1pPr>
            <a:lvl2pPr algn="l">
              <a:defRPr sz="1275" b="0" i="0">
                <a:solidFill>
                  <a:srgbClr val="5D7180"/>
                </a:solidFill>
                <a:latin typeface="Aptos"/>
                <a:ea typeface="Aptos"/>
                <a:cs typeface="Aptos"/>
              </a:defRPr>
            </a:lvl2pPr>
            <a:lvl3pPr algn="l">
              <a:defRPr sz="1275" b="0" i="0">
                <a:solidFill>
                  <a:srgbClr val="5D7180"/>
                </a:solidFill>
                <a:latin typeface="Aptos"/>
                <a:ea typeface="Aptos"/>
                <a:cs typeface="Aptos"/>
              </a:defRPr>
            </a:lvl3pPr>
            <a:lvl4pPr algn="l">
              <a:defRPr sz="1275" b="0" i="0">
                <a:solidFill>
                  <a:srgbClr val="5D7180"/>
                </a:solidFill>
                <a:latin typeface="Aptos"/>
                <a:ea typeface="Aptos"/>
                <a:cs typeface="Aptos"/>
              </a:defRPr>
            </a:lvl4pPr>
            <a:lvl5pPr algn="l">
              <a:defRPr sz="1275" b="0" i="0">
                <a:solidFill>
                  <a:srgbClr val="5D7180"/>
                </a:solidFill>
                <a:latin typeface="Aptos"/>
                <a:ea typeface="Aptos"/>
                <a:cs typeface="Aptos"/>
              </a:defRPr>
            </a:lvl5pPr>
            <a:lvl6pPr algn="l">
              <a:defRPr sz="1275" b="0" i="0">
                <a:solidFill>
                  <a:srgbClr val="5D7180"/>
                </a:solidFill>
                <a:latin typeface="Aptos"/>
                <a:ea typeface="Aptos"/>
                <a:cs typeface="Aptos"/>
              </a:defRPr>
            </a:lvl6pPr>
            <a:lvl7pPr algn="l">
              <a:defRPr sz="1275" b="0" i="0">
                <a:solidFill>
                  <a:srgbClr val="5D7180"/>
                </a:solidFill>
                <a:latin typeface="Aptos"/>
                <a:ea typeface="Aptos"/>
                <a:cs typeface="Aptos"/>
              </a:defRPr>
            </a:lvl7pPr>
            <a:lvl8pPr algn="l">
              <a:defRPr sz="1275" b="0" i="0">
                <a:solidFill>
                  <a:srgbClr val="5D7180"/>
                </a:solidFill>
                <a:latin typeface="Aptos"/>
                <a:ea typeface="Aptos"/>
                <a:cs typeface="Aptos"/>
              </a:defRPr>
            </a:lvl8pPr>
            <a:lvl9pPr algn="l">
              <a:defRPr sz="1275" b="0" i="0">
                <a:solidFill>
                  <a:srgbClr val="5D7180"/>
                </a:solidFill>
                <a:latin typeface="Aptos"/>
                <a:ea typeface="Aptos"/>
                <a:cs typeface="Aptos"/>
              </a:defRPr>
            </a:lvl9pPr>
          </a:lstStyle>
          <a:p xmlns:a="http://schemas.openxmlformats.org/drawingml/2006/main">
            <a:pPr algn="l">
              <a:defRPr sz="1275" b="0" i="0">
                <a:solidFill>
                  <a:srgbClr val="5D7180"/>
                </a:solidFill>
                <a:latin typeface="Aptos"/>
                <a:ea typeface="Aptos"/>
                <a:cs typeface="Aptos"/>
              </a:defRPr>
            </a:pPr>
            <a:r>
              <a:rPr sz="1275" b="0" i="0">
                <a:solidFill>
                  <a:srgbClr val="5D7180"/>
                </a:solidFill>
                <a:latin typeface="Aptos"/>
                <a:ea typeface="Aptos"/>
                <a:cs typeface="Aptos"/>
              </a:rPr>
              <a:t>Métricas sobre las mismas 646 películas reservadas</a:t>
            </a:r>
          </a:p>
        </p:txBody>
      </p:sp>
      <p:sp>
        <p:nvSpPr>
          <p:cNvPr id="4" name="">
            <a:extLst xmlns:a="http://schemas.openxmlformats.org/drawingml/2006/main">
              <a:ext uri="{FF2B5EF4-FFF2-40B4-BE49-F238E27FC236}">
                <a16:creationId xmlns:a16="http://schemas.microsoft.com/office/drawing/2014/main" id="{A2AF9752-FDDF-4ADD-8796-8D5628860138}"/>
              </a:ext>
            </a:extLst>
          </p:cNvPr>
          <p:cNvSpPr>
            <a:spLocks xmlns:a="http://schemas.openxmlformats.org/drawingml/2006/main" noGrp="1"/>
          </p:cNvSpPr>
          <p:nvPr/>
        </p:nvSpPr>
        <p:spPr>
          <a:xfrm xmlns:a="http://schemas.openxmlformats.org/drawingml/2006/main">
            <a:off x="514350" y="1504950"/>
            <a:ext cx="11163300" cy="19050"/>
          </a:xfrm>
          <a:prstGeom xmlns:a="http://schemas.openxmlformats.org/drawingml/2006/main" prst="rect">
            <a:avLst/>
          </a:prstGeom>
          <a:solidFill xmlns:a="http://schemas.openxmlformats.org/drawingml/2006/main">
            <a:srgbClr val="D9E1E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1E79F36-D586-490E-9C32-B0E1DC64D2D1}"/>
              </a:ext>
            </a:extLst>
          </p:cNvPr>
          <p:cNvSpPr>
            <a:spLocks xmlns:a="http://schemas.openxmlformats.org/drawingml/2006/main" noGrp="1"/>
          </p:cNvSpPr>
          <p:nvPr/>
        </p:nvSpPr>
        <p:spPr>
          <a:xfrm xmlns:a="http://schemas.openxmlformats.org/drawingml/2006/main">
            <a:off x="514350" y="64198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900" b="1" i="0">
                <a:solidFill>
                  <a:srgbClr val="5D7180"/>
                </a:solidFill>
                <a:latin typeface="Aptos"/>
                <a:ea typeface="Aptos"/>
                <a:cs typeface="Aptos"/>
              </a:defRPr>
            </a:defPPr>
            <a:lvl1pPr algn="l">
              <a:defRPr sz="900" b="1" i="0">
                <a:solidFill>
                  <a:srgbClr val="5D7180"/>
                </a:solidFill>
                <a:latin typeface="Aptos"/>
                <a:ea typeface="Aptos"/>
                <a:cs typeface="Aptos"/>
              </a:defRPr>
            </a:lvl1pPr>
            <a:lvl2pPr algn="l">
              <a:defRPr sz="900" b="1" i="0">
                <a:solidFill>
                  <a:srgbClr val="5D7180"/>
                </a:solidFill>
                <a:latin typeface="Aptos"/>
                <a:ea typeface="Aptos"/>
                <a:cs typeface="Aptos"/>
              </a:defRPr>
            </a:lvl2pPr>
            <a:lvl3pPr algn="l">
              <a:defRPr sz="900" b="1" i="0">
                <a:solidFill>
                  <a:srgbClr val="5D7180"/>
                </a:solidFill>
                <a:latin typeface="Aptos"/>
                <a:ea typeface="Aptos"/>
                <a:cs typeface="Aptos"/>
              </a:defRPr>
            </a:lvl3pPr>
            <a:lvl4pPr algn="l">
              <a:defRPr sz="900" b="1" i="0">
                <a:solidFill>
                  <a:srgbClr val="5D7180"/>
                </a:solidFill>
                <a:latin typeface="Aptos"/>
                <a:ea typeface="Aptos"/>
                <a:cs typeface="Aptos"/>
              </a:defRPr>
            </a:lvl4pPr>
            <a:lvl5pPr algn="l">
              <a:defRPr sz="900" b="1" i="0">
                <a:solidFill>
                  <a:srgbClr val="5D7180"/>
                </a:solidFill>
                <a:latin typeface="Aptos"/>
                <a:ea typeface="Aptos"/>
                <a:cs typeface="Aptos"/>
              </a:defRPr>
            </a:lvl5pPr>
            <a:lvl6pPr algn="l">
              <a:defRPr sz="900" b="1" i="0">
                <a:solidFill>
                  <a:srgbClr val="5D7180"/>
                </a:solidFill>
                <a:latin typeface="Aptos"/>
                <a:ea typeface="Aptos"/>
                <a:cs typeface="Aptos"/>
              </a:defRPr>
            </a:lvl6pPr>
            <a:lvl7pPr algn="l">
              <a:defRPr sz="900" b="1" i="0">
                <a:solidFill>
                  <a:srgbClr val="5D7180"/>
                </a:solidFill>
                <a:latin typeface="Aptos"/>
                <a:ea typeface="Aptos"/>
                <a:cs typeface="Aptos"/>
              </a:defRPr>
            </a:lvl7pPr>
            <a:lvl8pPr algn="l">
              <a:defRPr sz="900" b="1" i="0">
                <a:solidFill>
                  <a:srgbClr val="5D7180"/>
                </a:solidFill>
                <a:latin typeface="Aptos"/>
                <a:ea typeface="Aptos"/>
                <a:cs typeface="Aptos"/>
              </a:defRPr>
            </a:lvl8pPr>
            <a:lvl9pPr algn="l">
              <a:defRPr sz="900" b="1" i="0">
                <a:solidFill>
                  <a:srgbClr val="5D7180"/>
                </a:solidFill>
                <a:latin typeface="Aptos"/>
                <a:ea typeface="Aptos"/>
                <a:cs typeface="Aptos"/>
              </a:defRPr>
            </a:lvl9pPr>
          </a:lstStyle>
          <a:p xmlns:a="http://schemas.openxmlformats.org/drawingml/2006/main">
            <a:pPr algn="l">
              <a:defRPr sz="900" b="1" i="0">
                <a:solidFill>
                  <a:srgbClr val="5D7180"/>
                </a:solidFill>
                <a:latin typeface="Aptos"/>
                <a:ea typeface="Aptos"/>
                <a:cs typeface="Aptos"/>
              </a:defRPr>
            </a:pPr>
            <a:r>
              <a:rPr sz="900" b="1" i="0">
                <a:solidFill>
                  <a:srgbClr val="5D7180"/>
                </a:solidFill>
                <a:latin typeface="Aptos"/>
                <a:ea typeface="Aptos"/>
                <a:cs typeface="Aptos"/>
              </a:rPr>
              <a:t>PROYECTO INTEGRADOR · MACHINE LEARNING</a:t>
            </a:r>
          </a:p>
        </p:txBody>
      </p:sp>
      <p:sp>
        <p:nvSpPr>
          <p:cNvPr id="6" name="">
            <a:extLst xmlns:a="http://schemas.openxmlformats.org/drawingml/2006/main">
              <a:ext uri="{FF2B5EF4-FFF2-40B4-BE49-F238E27FC236}">
                <a16:creationId xmlns:a16="http://schemas.microsoft.com/office/drawing/2014/main" id="{6040546D-82B5-4C32-BB51-869BAE61C6DF}"/>
              </a:ext>
            </a:extLst>
          </p:cNvPr>
          <p:cNvSpPr>
            <a:spLocks xmlns:a="http://schemas.openxmlformats.org/drawingml/2006/main" noGrp="1"/>
          </p:cNvSpPr>
          <p:nvPr/>
        </p:nvSpPr>
        <p:spPr>
          <a:xfrm xmlns:a="http://schemas.openxmlformats.org/drawingml/2006/main">
            <a:off x="11163300" y="64198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r">
              <a:defRPr sz="900" b="1" i="0">
                <a:solidFill>
                  <a:srgbClr val="5D7180"/>
                </a:solidFill>
                <a:latin typeface="Aptos"/>
                <a:ea typeface="Aptos"/>
                <a:cs typeface="Aptos"/>
              </a:defRPr>
            </a:defPPr>
            <a:lvl1pPr algn="r">
              <a:defRPr sz="900" b="1" i="0">
                <a:solidFill>
                  <a:srgbClr val="5D7180"/>
                </a:solidFill>
                <a:latin typeface="Aptos"/>
                <a:ea typeface="Aptos"/>
                <a:cs typeface="Aptos"/>
              </a:defRPr>
            </a:lvl1pPr>
            <a:lvl2pPr algn="r">
              <a:defRPr sz="900" b="1" i="0">
                <a:solidFill>
                  <a:srgbClr val="5D7180"/>
                </a:solidFill>
                <a:latin typeface="Aptos"/>
                <a:ea typeface="Aptos"/>
                <a:cs typeface="Aptos"/>
              </a:defRPr>
            </a:lvl2pPr>
            <a:lvl3pPr algn="r">
              <a:defRPr sz="900" b="1" i="0">
                <a:solidFill>
                  <a:srgbClr val="5D7180"/>
                </a:solidFill>
                <a:latin typeface="Aptos"/>
                <a:ea typeface="Aptos"/>
                <a:cs typeface="Aptos"/>
              </a:defRPr>
            </a:lvl3pPr>
            <a:lvl4pPr algn="r">
              <a:defRPr sz="900" b="1" i="0">
                <a:solidFill>
                  <a:srgbClr val="5D7180"/>
                </a:solidFill>
                <a:latin typeface="Aptos"/>
                <a:ea typeface="Aptos"/>
                <a:cs typeface="Aptos"/>
              </a:defRPr>
            </a:lvl4pPr>
            <a:lvl5pPr algn="r">
              <a:defRPr sz="900" b="1" i="0">
                <a:solidFill>
                  <a:srgbClr val="5D7180"/>
                </a:solidFill>
                <a:latin typeface="Aptos"/>
                <a:ea typeface="Aptos"/>
                <a:cs typeface="Aptos"/>
              </a:defRPr>
            </a:lvl5pPr>
            <a:lvl6pPr algn="r">
              <a:defRPr sz="900" b="1" i="0">
                <a:solidFill>
                  <a:srgbClr val="5D7180"/>
                </a:solidFill>
                <a:latin typeface="Aptos"/>
                <a:ea typeface="Aptos"/>
                <a:cs typeface="Aptos"/>
              </a:defRPr>
            </a:lvl6pPr>
            <a:lvl7pPr algn="r">
              <a:defRPr sz="900" b="1" i="0">
                <a:solidFill>
                  <a:srgbClr val="5D7180"/>
                </a:solidFill>
                <a:latin typeface="Aptos"/>
                <a:ea typeface="Aptos"/>
                <a:cs typeface="Aptos"/>
              </a:defRPr>
            </a:lvl7pPr>
            <a:lvl8pPr algn="r">
              <a:defRPr sz="900" b="1" i="0">
                <a:solidFill>
                  <a:srgbClr val="5D7180"/>
                </a:solidFill>
                <a:latin typeface="Aptos"/>
                <a:ea typeface="Aptos"/>
                <a:cs typeface="Aptos"/>
              </a:defRPr>
            </a:lvl8pPr>
            <a:lvl9pPr algn="r">
              <a:defRPr sz="900" b="1" i="0">
                <a:solidFill>
                  <a:srgbClr val="5D7180"/>
                </a:solidFill>
                <a:latin typeface="Aptos"/>
                <a:ea typeface="Aptos"/>
                <a:cs typeface="Aptos"/>
              </a:defRPr>
            </a:lvl9pPr>
          </a:lstStyle>
          <a:p xmlns:a="http://schemas.openxmlformats.org/drawingml/2006/main">
            <a:pPr algn="r">
              <a:defRPr sz="900" b="1" i="0">
                <a:solidFill>
                  <a:srgbClr val="5D7180"/>
                </a:solidFill>
                <a:latin typeface="Aptos"/>
                <a:ea typeface="Aptos"/>
                <a:cs typeface="Aptos"/>
              </a:defRPr>
            </a:pPr>
            <a:r>
              <a:rPr sz="900" b="1" i="0">
                <a:solidFill>
                  <a:srgbClr val="5D7180"/>
                </a:solidFill>
                <a:latin typeface="Aptos"/>
                <a:ea typeface="Aptos"/>
                <a:cs typeface="Aptos"/>
              </a:rPr>
              <a:t>05</a:t>
            </a:r>
          </a:p>
        </p:txBody>
      </p:sp>
      <p:sp>
        <p:nvSpPr>
          <p:cNvPr id="7" name="">
            <a:extLst xmlns:a="http://schemas.openxmlformats.org/drawingml/2006/main">
              <a:ext uri="{FF2B5EF4-FFF2-40B4-BE49-F238E27FC236}">
                <a16:creationId xmlns:a16="http://schemas.microsoft.com/office/drawing/2014/main" id="{2FC69F3A-BAD1-4C65-9CEE-5ED1076D81CB}"/>
              </a:ext>
            </a:extLst>
          </p:cNvPr>
          <p:cNvSpPr>
            <a:spLocks xmlns:a="http://schemas.openxmlformats.org/drawingml/2006/main" noGrp="1"/>
          </p:cNvSpPr>
          <p:nvPr/>
        </p:nvSpPr>
        <p:spPr>
          <a:xfrm xmlns:a="http://schemas.openxmlformats.org/drawingml/2006/main">
            <a:off x="552450" y="17526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050" b="1" i="0">
                <a:solidFill>
                  <a:srgbClr val="5D7180"/>
                </a:solidFill>
                <a:latin typeface="Aptos"/>
                <a:ea typeface="Aptos"/>
                <a:cs typeface="Aptos"/>
              </a:defRPr>
            </a:defPPr>
            <a:lvl1pPr algn="l">
              <a:defRPr sz="1050" b="1" i="0">
                <a:solidFill>
                  <a:srgbClr val="5D7180"/>
                </a:solidFill>
                <a:latin typeface="Aptos"/>
                <a:ea typeface="Aptos"/>
                <a:cs typeface="Aptos"/>
              </a:defRPr>
            </a:lvl1pPr>
            <a:lvl2pPr algn="l">
              <a:defRPr sz="1050" b="1" i="0">
                <a:solidFill>
                  <a:srgbClr val="5D7180"/>
                </a:solidFill>
                <a:latin typeface="Aptos"/>
                <a:ea typeface="Aptos"/>
                <a:cs typeface="Aptos"/>
              </a:defRPr>
            </a:lvl2pPr>
            <a:lvl3pPr algn="l">
              <a:defRPr sz="1050" b="1" i="0">
                <a:solidFill>
                  <a:srgbClr val="5D7180"/>
                </a:solidFill>
                <a:latin typeface="Aptos"/>
                <a:ea typeface="Aptos"/>
                <a:cs typeface="Aptos"/>
              </a:defRPr>
            </a:lvl3pPr>
            <a:lvl4pPr algn="l">
              <a:defRPr sz="1050" b="1" i="0">
                <a:solidFill>
                  <a:srgbClr val="5D7180"/>
                </a:solidFill>
                <a:latin typeface="Aptos"/>
                <a:ea typeface="Aptos"/>
                <a:cs typeface="Aptos"/>
              </a:defRPr>
            </a:lvl4pPr>
            <a:lvl5pPr algn="l">
              <a:defRPr sz="1050" b="1" i="0">
                <a:solidFill>
                  <a:srgbClr val="5D7180"/>
                </a:solidFill>
                <a:latin typeface="Aptos"/>
                <a:ea typeface="Aptos"/>
                <a:cs typeface="Aptos"/>
              </a:defRPr>
            </a:lvl5pPr>
            <a:lvl6pPr algn="l">
              <a:defRPr sz="1050" b="1" i="0">
                <a:solidFill>
                  <a:srgbClr val="5D7180"/>
                </a:solidFill>
                <a:latin typeface="Aptos"/>
                <a:ea typeface="Aptos"/>
                <a:cs typeface="Aptos"/>
              </a:defRPr>
            </a:lvl6pPr>
            <a:lvl7pPr algn="l">
              <a:defRPr sz="1050" b="1" i="0">
                <a:solidFill>
                  <a:srgbClr val="5D7180"/>
                </a:solidFill>
                <a:latin typeface="Aptos"/>
                <a:ea typeface="Aptos"/>
                <a:cs typeface="Aptos"/>
              </a:defRPr>
            </a:lvl7pPr>
            <a:lvl8pPr algn="l">
              <a:defRPr sz="1050" b="1" i="0">
                <a:solidFill>
                  <a:srgbClr val="5D7180"/>
                </a:solidFill>
                <a:latin typeface="Aptos"/>
                <a:ea typeface="Aptos"/>
                <a:cs typeface="Aptos"/>
              </a:defRPr>
            </a:lvl8pPr>
            <a:lvl9pPr algn="l">
              <a:defRPr sz="1050" b="1" i="0">
                <a:solidFill>
                  <a:srgbClr val="5D7180"/>
                </a:solidFill>
                <a:latin typeface="Aptos"/>
                <a:ea typeface="Aptos"/>
                <a:cs typeface="Aptos"/>
              </a:defRPr>
            </a:lvl9pPr>
          </a:lstStyle>
          <a:p xmlns:a="http://schemas.openxmlformats.org/drawingml/2006/main">
            <a:pPr algn="l">
              <a:defRPr sz="1050" b="1" i="0">
                <a:solidFill>
                  <a:srgbClr val="5D7180"/>
                </a:solidFill>
                <a:latin typeface="Aptos"/>
                <a:ea typeface="Aptos"/>
                <a:cs typeface="Aptos"/>
              </a:defRPr>
            </a:pPr>
            <a:r>
              <a:rPr sz="1050" b="1" i="0">
                <a:solidFill>
                  <a:srgbClr val="5D7180"/>
                </a:solidFill>
                <a:latin typeface="Aptos"/>
                <a:ea typeface="Aptos"/>
                <a:cs typeface="Aptos"/>
              </a:rPr>
              <a:t>MODELO</a:t>
            </a:r>
          </a:p>
        </p:txBody>
      </p:sp>
      <p:sp>
        <p:nvSpPr>
          <p:cNvPr id="8" name="">
            <a:extLst xmlns:a="http://schemas.openxmlformats.org/drawingml/2006/main">
              <a:ext uri="{FF2B5EF4-FFF2-40B4-BE49-F238E27FC236}">
                <a16:creationId xmlns:a16="http://schemas.microsoft.com/office/drawing/2014/main" id="{D57BA8A1-D8DA-4320-9A4D-0778420E6040}"/>
              </a:ext>
            </a:extLst>
          </p:cNvPr>
          <p:cNvSpPr>
            <a:spLocks xmlns:a="http://schemas.openxmlformats.org/drawingml/2006/main" noGrp="1"/>
          </p:cNvSpPr>
          <p:nvPr/>
        </p:nvSpPr>
        <p:spPr>
          <a:xfrm xmlns:a="http://schemas.openxmlformats.org/drawingml/2006/main">
            <a:off x="3543300" y="17526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ctr">
              <a:defRPr sz="1050" b="1" i="0">
                <a:solidFill>
                  <a:srgbClr val="5D7180"/>
                </a:solidFill>
                <a:latin typeface="Aptos"/>
                <a:ea typeface="Aptos"/>
                <a:cs typeface="Aptos"/>
              </a:defRPr>
            </a:defPPr>
            <a:lvl1pPr algn="ctr">
              <a:defRPr sz="1050" b="1" i="0">
                <a:solidFill>
                  <a:srgbClr val="5D7180"/>
                </a:solidFill>
                <a:latin typeface="Aptos"/>
                <a:ea typeface="Aptos"/>
                <a:cs typeface="Aptos"/>
              </a:defRPr>
            </a:lvl1pPr>
            <a:lvl2pPr algn="ctr">
              <a:defRPr sz="1050" b="1" i="0">
                <a:solidFill>
                  <a:srgbClr val="5D7180"/>
                </a:solidFill>
                <a:latin typeface="Aptos"/>
                <a:ea typeface="Aptos"/>
                <a:cs typeface="Aptos"/>
              </a:defRPr>
            </a:lvl2pPr>
            <a:lvl3pPr algn="ctr">
              <a:defRPr sz="1050" b="1" i="0">
                <a:solidFill>
                  <a:srgbClr val="5D7180"/>
                </a:solidFill>
                <a:latin typeface="Aptos"/>
                <a:ea typeface="Aptos"/>
                <a:cs typeface="Aptos"/>
              </a:defRPr>
            </a:lvl3pPr>
            <a:lvl4pPr algn="ctr">
              <a:defRPr sz="1050" b="1" i="0">
                <a:solidFill>
                  <a:srgbClr val="5D7180"/>
                </a:solidFill>
                <a:latin typeface="Aptos"/>
                <a:ea typeface="Aptos"/>
                <a:cs typeface="Aptos"/>
              </a:defRPr>
            </a:lvl4pPr>
            <a:lvl5pPr algn="ctr">
              <a:defRPr sz="1050" b="1" i="0">
                <a:solidFill>
                  <a:srgbClr val="5D7180"/>
                </a:solidFill>
                <a:latin typeface="Aptos"/>
                <a:ea typeface="Aptos"/>
                <a:cs typeface="Aptos"/>
              </a:defRPr>
            </a:lvl5pPr>
            <a:lvl6pPr algn="ctr">
              <a:defRPr sz="1050" b="1" i="0">
                <a:solidFill>
                  <a:srgbClr val="5D7180"/>
                </a:solidFill>
                <a:latin typeface="Aptos"/>
                <a:ea typeface="Aptos"/>
                <a:cs typeface="Aptos"/>
              </a:defRPr>
            </a:lvl6pPr>
            <a:lvl7pPr algn="ctr">
              <a:defRPr sz="1050" b="1" i="0">
                <a:solidFill>
                  <a:srgbClr val="5D7180"/>
                </a:solidFill>
                <a:latin typeface="Aptos"/>
                <a:ea typeface="Aptos"/>
                <a:cs typeface="Aptos"/>
              </a:defRPr>
            </a:lvl7pPr>
            <a:lvl8pPr algn="ctr">
              <a:defRPr sz="1050" b="1" i="0">
                <a:solidFill>
                  <a:srgbClr val="5D7180"/>
                </a:solidFill>
                <a:latin typeface="Aptos"/>
                <a:ea typeface="Aptos"/>
                <a:cs typeface="Aptos"/>
              </a:defRPr>
            </a:lvl8pPr>
            <a:lvl9pPr algn="ctr">
              <a:defRPr sz="1050" b="1" i="0">
                <a:solidFill>
                  <a:srgbClr val="5D7180"/>
                </a:solidFill>
                <a:latin typeface="Aptos"/>
                <a:ea typeface="Aptos"/>
                <a:cs typeface="Aptos"/>
              </a:defRPr>
            </a:lvl9pPr>
          </a:lstStyle>
          <a:p xmlns:a="http://schemas.openxmlformats.org/drawingml/2006/main">
            <a:pPr algn="ctr">
              <a:defRPr sz="1050" b="1" i="0">
                <a:solidFill>
                  <a:srgbClr val="5D7180"/>
                </a:solidFill>
                <a:latin typeface="Aptos"/>
                <a:ea typeface="Aptos"/>
                <a:cs typeface="Aptos"/>
              </a:defRPr>
            </a:pPr>
            <a:r>
              <a:rPr sz="1050" b="1" i="0">
                <a:solidFill>
                  <a:srgbClr val="5D7180"/>
                </a:solidFill>
                <a:latin typeface="Aptos"/>
                <a:ea typeface="Aptos"/>
                <a:cs typeface="Aptos"/>
              </a:rPr>
              <a:t>ACCURACY</a:t>
            </a:r>
          </a:p>
        </p:txBody>
      </p:sp>
      <p:sp>
        <p:nvSpPr>
          <p:cNvPr id="9" name="">
            <a:extLst xmlns:a="http://schemas.openxmlformats.org/drawingml/2006/main">
              <a:ext uri="{FF2B5EF4-FFF2-40B4-BE49-F238E27FC236}">
                <a16:creationId xmlns:a16="http://schemas.microsoft.com/office/drawing/2014/main" id="{B4DE29DD-A60F-4D03-87A7-4A26BCE35EC0}"/>
              </a:ext>
            </a:extLst>
          </p:cNvPr>
          <p:cNvSpPr>
            <a:spLocks xmlns:a="http://schemas.openxmlformats.org/drawingml/2006/main" noGrp="1"/>
          </p:cNvSpPr>
          <p:nvPr/>
        </p:nvSpPr>
        <p:spPr>
          <a:xfrm xmlns:a="http://schemas.openxmlformats.org/drawingml/2006/main">
            <a:off x="6419850" y="17526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ctr">
              <a:defRPr sz="1050" b="1" i="0">
                <a:solidFill>
                  <a:srgbClr val="5D7180"/>
                </a:solidFill>
                <a:latin typeface="Aptos"/>
                <a:ea typeface="Aptos"/>
                <a:cs typeface="Aptos"/>
              </a:defRPr>
            </a:defPPr>
            <a:lvl1pPr algn="ctr">
              <a:defRPr sz="1050" b="1" i="0">
                <a:solidFill>
                  <a:srgbClr val="5D7180"/>
                </a:solidFill>
                <a:latin typeface="Aptos"/>
                <a:ea typeface="Aptos"/>
                <a:cs typeface="Aptos"/>
              </a:defRPr>
            </a:lvl1pPr>
            <a:lvl2pPr algn="ctr">
              <a:defRPr sz="1050" b="1" i="0">
                <a:solidFill>
                  <a:srgbClr val="5D7180"/>
                </a:solidFill>
                <a:latin typeface="Aptos"/>
                <a:ea typeface="Aptos"/>
                <a:cs typeface="Aptos"/>
              </a:defRPr>
            </a:lvl2pPr>
            <a:lvl3pPr algn="ctr">
              <a:defRPr sz="1050" b="1" i="0">
                <a:solidFill>
                  <a:srgbClr val="5D7180"/>
                </a:solidFill>
                <a:latin typeface="Aptos"/>
                <a:ea typeface="Aptos"/>
                <a:cs typeface="Aptos"/>
              </a:defRPr>
            </a:lvl3pPr>
            <a:lvl4pPr algn="ctr">
              <a:defRPr sz="1050" b="1" i="0">
                <a:solidFill>
                  <a:srgbClr val="5D7180"/>
                </a:solidFill>
                <a:latin typeface="Aptos"/>
                <a:ea typeface="Aptos"/>
                <a:cs typeface="Aptos"/>
              </a:defRPr>
            </a:lvl4pPr>
            <a:lvl5pPr algn="ctr">
              <a:defRPr sz="1050" b="1" i="0">
                <a:solidFill>
                  <a:srgbClr val="5D7180"/>
                </a:solidFill>
                <a:latin typeface="Aptos"/>
                <a:ea typeface="Aptos"/>
                <a:cs typeface="Aptos"/>
              </a:defRPr>
            </a:lvl5pPr>
            <a:lvl6pPr algn="ctr">
              <a:defRPr sz="1050" b="1" i="0">
                <a:solidFill>
                  <a:srgbClr val="5D7180"/>
                </a:solidFill>
                <a:latin typeface="Aptos"/>
                <a:ea typeface="Aptos"/>
                <a:cs typeface="Aptos"/>
              </a:defRPr>
            </a:lvl6pPr>
            <a:lvl7pPr algn="ctr">
              <a:defRPr sz="1050" b="1" i="0">
                <a:solidFill>
                  <a:srgbClr val="5D7180"/>
                </a:solidFill>
                <a:latin typeface="Aptos"/>
                <a:ea typeface="Aptos"/>
                <a:cs typeface="Aptos"/>
              </a:defRPr>
            </a:lvl7pPr>
            <a:lvl8pPr algn="ctr">
              <a:defRPr sz="1050" b="1" i="0">
                <a:solidFill>
                  <a:srgbClr val="5D7180"/>
                </a:solidFill>
                <a:latin typeface="Aptos"/>
                <a:ea typeface="Aptos"/>
                <a:cs typeface="Aptos"/>
              </a:defRPr>
            </a:lvl8pPr>
            <a:lvl9pPr algn="ctr">
              <a:defRPr sz="1050" b="1" i="0">
                <a:solidFill>
                  <a:srgbClr val="5D7180"/>
                </a:solidFill>
                <a:latin typeface="Aptos"/>
                <a:ea typeface="Aptos"/>
                <a:cs typeface="Aptos"/>
              </a:defRPr>
            </a:lvl9pPr>
          </a:lstStyle>
          <a:p xmlns:a="http://schemas.openxmlformats.org/drawingml/2006/main">
            <a:pPr algn="ctr">
              <a:defRPr sz="1050" b="1" i="0">
                <a:solidFill>
                  <a:srgbClr val="5D7180"/>
                </a:solidFill>
                <a:latin typeface="Aptos"/>
                <a:ea typeface="Aptos"/>
                <a:cs typeface="Aptos"/>
              </a:defRPr>
            </a:pPr>
            <a:r>
              <a:rPr sz="1050" b="1" i="0">
                <a:solidFill>
                  <a:srgbClr val="5D7180"/>
                </a:solidFill>
                <a:latin typeface="Aptos"/>
                <a:ea typeface="Aptos"/>
                <a:cs typeface="Aptos"/>
              </a:rPr>
              <a:t>F1 MACRO</a:t>
            </a:r>
          </a:p>
        </p:txBody>
      </p:sp>
      <p:sp>
        <p:nvSpPr>
          <p:cNvPr id="10" name="">
            <a:extLst xmlns:a="http://schemas.openxmlformats.org/drawingml/2006/main">
              <a:ext uri="{FF2B5EF4-FFF2-40B4-BE49-F238E27FC236}">
                <a16:creationId xmlns:a16="http://schemas.microsoft.com/office/drawing/2014/main" id="{02D8A718-0078-4CC7-9E9C-91B1BBE14577}"/>
              </a:ext>
            </a:extLst>
          </p:cNvPr>
          <p:cNvSpPr>
            <a:spLocks xmlns:a="http://schemas.openxmlformats.org/drawingml/2006/main" noGrp="1"/>
          </p:cNvSpPr>
          <p:nvPr/>
        </p:nvSpPr>
        <p:spPr>
          <a:xfrm xmlns:a="http://schemas.openxmlformats.org/drawingml/2006/main">
            <a:off x="9229725" y="17526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ctr">
              <a:defRPr sz="1050" b="1" i="0">
                <a:solidFill>
                  <a:srgbClr val="5D7180"/>
                </a:solidFill>
                <a:latin typeface="Aptos"/>
                <a:ea typeface="Aptos"/>
                <a:cs typeface="Aptos"/>
              </a:defRPr>
            </a:defPPr>
            <a:lvl1pPr algn="ctr">
              <a:defRPr sz="1050" b="1" i="0">
                <a:solidFill>
                  <a:srgbClr val="5D7180"/>
                </a:solidFill>
                <a:latin typeface="Aptos"/>
                <a:ea typeface="Aptos"/>
                <a:cs typeface="Aptos"/>
              </a:defRPr>
            </a:lvl1pPr>
            <a:lvl2pPr algn="ctr">
              <a:defRPr sz="1050" b="1" i="0">
                <a:solidFill>
                  <a:srgbClr val="5D7180"/>
                </a:solidFill>
                <a:latin typeface="Aptos"/>
                <a:ea typeface="Aptos"/>
                <a:cs typeface="Aptos"/>
              </a:defRPr>
            </a:lvl2pPr>
            <a:lvl3pPr algn="ctr">
              <a:defRPr sz="1050" b="1" i="0">
                <a:solidFill>
                  <a:srgbClr val="5D7180"/>
                </a:solidFill>
                <a:latin typeface="Aptos"/>
                <a:ea typeface="Aptos"/>
                <a:cs typeface="Aptos"/>
              </a:defRPr>
            </a:lvl3pPr>
            <a:lvl4pPr algn="ctr">
              <a:defRPr sz="1050" b="1" i="0">
                <a:solidFill>
                  <a:srgbClr val="5D7180"/>
                </a:solidFill>
                <a:latin typeface="Aptos"/>
                <a:ea typeface="Aptos"/>
                <a:cs typeface="Aptos"/>
              </a:defRPr>
            </a:lvl4pPr>
            <a:lvl5pPr algn="ctr">
              <a:defRPr sz="1050" b="1" i="0">
                <a:solidFill>
                  <a:srgbClr val="5D7180"/>
                </a:solidFill>
                <a:latin typeface="Aptos"/>
                <a:ea typeface="Aptos"/>
                <a:cs typeface="Aptos"/>
              </a:defRPr>
            </a:lvl5pPr>
            <a:lvl6pPr algn="ctr">
              <a:defRPr sz="1050" b="1" i="0">
                <a:solidFill>
                  <a:srgbClr val="5D7180"/>
                </a:solidFill>
                <a:latin typeface="Aptos"/>
                <a:ea typeface="Aptos"/>
                <a:cs typeface="Aptos"/>
              </a:defRPr>
            </a:lvl6pPr>
            <a:lvl7pPr algn="ctr">
              <a:defRPr sz="1050" b="1" i="0">
                <a:solidFill>
                  <a:srgbClr val="5D7180"/>
                </a:solidFill>
                <a:latin typeface="Aptos"/>
                <a:ea typeface="Aptos"/>
                <a:cs typeface="Aptos"/>
              </a:defRPr>
            </a:lvl7pPr>
            <a:lvl8pPr algn="ctr">
              <a:defRPr sz="1050" b="1" i="0">
                <a:solidFill>
                  <a:srgbClr val="5D7180"/>
                </a:solidFill>
                <a:latin typeface="Aptos"/>
                <a:ea typeface="Aptos"/>
                <a:cs typeface="Aptos"/>
              </a:defRPr>
            </a:lvl8pPr>
            <a:lvl9pPr algn="ctr">
              <a:defRPr sz="1050" b="1" i="0">
                <a:solidFill>
                  <a:srgbClr val="5D7180"/>
                </a:solidFill>
                <a:latin typeface="Aptos"/>
                <a:ea typeface="Aptos"/>
                <a:cs typeface="Aptos"/>
              </a:defRPr>
            </a:lvl9pPr>
          </a:lstStyle>
          <a:p xmlns:a="http://schemas.openxmlformats.org/drawingml/2006/main">
            <a:pPr algn="ctr">
              <a:defRPr sz="1050" b="1" i="0">
                <a:solidFill>
                  <a:srgbClr val="5D7180"/>
                </a:solidFill>
                <a:latin typeface="Aptos"/>
                <a:ea typeface="Aptos"/>
                <a:cs typeface="Aptos"/>
              </a:defRPr>
            </a:pPr>
            <a:r>
              <a:rPr sz="1050" b="1" i="0">
                <a:solidFill>
                  <a:srgbClr val="5D7180"/>
                </a:solidFill>
                <a:latin typeface="Aptos"/>
                <a:ea typeface="Aptos"/>
                <a:cs typeface="Aptos"/>
              </a:rPr>
              <a:t>ROC-AUC</a:t>
            </a:r>
          </a:p>
        </p:txBody>
      </p:sp>
      <p:sp>
        <p:nvSpPr>
          <p:cNvPr id="11" name="">
            <a:extLst xmlns:a="http://schemas.openxmlformats.org/drawingml/2006/main">
              <a:ext uri="{FF2B5EF4-FFF2-40B4-BE49-F238E27FC236}">
                <a16:creationId xmlns:a16="http://schemas.microsoft.com/office/drawing/2014/main" id="{DE70F5B9-5943-4B84-A51D-44C51B08EB8B}"/>
              </a:ext>
            </a:extLst>
          </p:cNvPr>
          <p:cNvSpPr>
            <a:spLocks xmlns:a="http://schemas.openxmlformats.org/drawingml/2006/main" noGrp="1"/>
          </p:cNvSpPr>
          <p:nvPr/>
        </p:nvSpPr>
        <p:spPr>
          <a:xfrm xmlns:a="http://schemas.openxmlformats.org/drawingml/2006/main">
            <a:off x="514350" y="2076450"/>
            <a:ext cx="11001375" cy="609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E1E4"/>
            </a:solidFill>
            <a:prstDash val="solid"/>
          </a:ln>
        </p:spPr>
      </p:sp>
      <p:sp>
        <p:nvSpPr>
          <p:cNvPr id="12" name="">
            <a:extLst xmlns:a="http://schemas.openxmlformats.org/drawingml/2006/main">
              <a:ext uri="{FF2B5EF4-FFF2-40B4-BE49-F238E27FC236}">
                <a16:creationId xmlns:a16="http://schemas.microsoft.com/office/drawing/2014/main" id="{3AD8466F-147E-449D-A90F-5413E3B3D799}"/>
              </a:ext>
            </a:extLst>
          </p:cNvPr>
          <p:cNvSpPr>
            <a:spLocks xmlns:a="http://schemas.openxmlformats.org/drawingml/2006/main" noGrp="1"/>
          </p:cNvSpPr>
          <p:nvPr/>
        </p:nvSpPr>
        <p:spPr>
          <a:xfrm xmlns:a="http://schemas.openxmlformats.org/drawingml/2006/main">
            <a:off x="685800" y="218122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75" b="1" i="0">
                <a:solidFill>
                  <a:srgbClr val="102B3F"/>
                </a:solidFill>
                <a:latin typeface="Aptos"/>
                <a:ea typeface="Aptos"/>
                <a:cs typeface="Aptos"/>
              </a:defRPr>
            </a:defPPr>
            <a:lvl1pPr algn="l">
              <a:defRPr sz="1575" b="1" i="0">
                <a:solidFill>
                  <a:srgbClr val="102B3F"/>
                </a:solidFill>
                <a:latin typeface="Aptos"/>
                <a:ea typeface="Aptos"/>
                <a:cs typeface="Aptos"/>
              </a:defRPr>
            </a:lvl1pPr>
            <a:lvl2pPr algn="l">
              <a:defRPr sz="1575" b="1" i="0">
                <a:solidFill>
                  <a:srgbClr val="102B3F"/>
                </a:solidFill>
                <a:latin typeface="Aptos"/>
                <a:ea typeface="Aptos"/>
                <a:cs typeface="Aptos"/>
              </a:defRPr>
            </a:lvl2pPr>
            <a:lvl3pPr algn="l">
              <a:defRPr sz="1575" b="1" i="0">
                <a:solidFill>
                  <a:srgbClr val="102B3F"/>
                </a:solidFill>
                <a:latin typeface="Aptos"/>
                <a:ea typeface="Aptos"/>
                <a:cs typeface="Aptos"/>
              </a:defRPr>
            </a:lvl3pPr>
            <a:lvl4pPr algn="l">
              <a:defRPr sz="1575" b="1" i="0">
                <a:solidFill>
                  <a:srgbClr val="102B3F"/>
                </a:solidFill>
                <a:latin typeface="Aptos"/>
                <a:ea typeface="Aptos"/>
                <a:cs typeface="Aptos"/>
              </a:defRPr>
            </a:lvl4pPr>
            <a:lvl5pPr algn="l">
              <a:defRPr sz="1575" b="1" i="0">
                <a:solidFill>
                  <a:srgbClr val="102B3F"/>
                </a:solidFill>
                <a:latin typeface="Aptos"/>
                <a:ea typeface="Aptos"/>
                <a:cs typeface="Aptos"/>
              </a:defRPr>
            </a:lvl5pPr>
            <a:lvl6pPr algn="l">
              <a:defRPr sz="1575" b="1" i="0">
                <a:solidFill>
                  <a:srgbClr val="102B3F"/>
                </a:solidFill>
                <a:latin typeface="Aptos"/>
                <a:ea typeface="Aptos"/>
                <a:cs typeface="Aptos"/>
              </a:defRPr>
            </a:lvl6pPr>
            <a:lvl7pPr algn="l">
              <a:defRPr sz="1575" b="1" i="0">
                <a:solidFill>
                  <a:srgbClr val="102B3F"/>
                </a:solidFill>
                <a:latin typeface="Aptos"/>
                <a:ea typeface="Aptos"/>
                <a:cs typeface="Aptos"/>
              </a:defRPr>
            </a:lvl7pPr>
            <a:lvl8pPr algn="l">
              <a:defRPr sz="1575" b="1" i="0">
                <a:solidFill>
                  <a:srgbClr val="102B3F"/>
                </a:solidFill>
                <a:latin typeface="Aptos"/>
                <a:ea typeface="Aptos"/>
                <a:cs typeface="Aptos"/>
              </a:defRPr>
            </a:lvl8pPr>
            <a:lvl9pPr algn="l">
              <a:defRPr sz="1575" b="1" i="0">
                <a:solidFill>
                  <a:srgbClr val="102B3F"/>
                </a:solidFill>
                <a:latin typeface="Aptos"/>
                <a:ea typeface="Aptos"/>
                <a:cs typeface="Aptos"/>
              </a:defRPr>
            </a:lvl9pPr>
          </a:lstStyle>
          <a:p xmlns:a="http://schemas.openxmlformats.org/drawingml/2006/main">
            <a:pPr algn="l">
              <a:defRPr sz="1575" b="1" i="0">
                <a:solidFill>
                  <a:srgbClr val="102B3F"/>
                </a:solidFill>
                <a:latin typeface="Aptos"/>
                <a:ea typeface="Aptos"/>
                <a:cs typeface="Aptos"/>
              </a:defRPr>
            </a:pPr>
            <a:r>
              <a:rPr sz="1575" b="1" i="0">
                <a:solidFill>
                  <a:srgbClr val="102B3F"/>
                </a:solidFill>
                <a:latin typeface="Aptos"/>
                <a:ea typeface="Aptos"/>
                <a:cs typeface="Aptos"/>
              </a:rPr>
              <a:t>SVM</a:t>
            </a:r>
          </a:p>
        </p:txBody>
      </p:sp>
      <p:sp>
        <p:nvSpPr>
          <p:cNvPr id="13" name="">
            <a:extLst xmlns:a="http://schemas.openxmlformats.org/drawingml/2006/main">
              <a:ext uri="{FF2B5EF4-FFF2-40B4-BE49-F238E27FC236}">
                <a16:creationId xmlns:a16="http://schemas.microsoft.com/office/drawing/2014/main" id="{1357A47D-1D09-4A6F-AACF-82424CA0D462}"/>
              </a:ext>
            </a:extLst>
          </p:cNvPr>
          <p:cNvSpPr>
            <a:spLocks xmlns:a="http://schemas.openxmlformats.org/drawingml/2006/main" noGrp="1"/>
          </p:cNvSpPr>
          <p:nvPr/>
        </p:nvSpPr>
        <p:spPr>
          <a:xfrm xmlns:a="http://schemas.openxmlformats.org/drawingml/2006/main">
            <a:off x="3514725" y="2257425"/>
            <a:ext cx="2057400" cy="190500"/>
          </a:xfrm>
          <a:prstGeom xmlns:a="http://schemas.openxmlformats.org/drawingml/2006/main" prst="roundRect">
            <a:avLst>
              <a:gd name="adj" fmla="val 40000"/>
            </a:avLst>
          </a:prstGeom>
          <a:solidFill xmlns:a="http://schemas.openxmlformats.org/drawingml/2006/main">
            <a:srgbClr val="E9EFF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0ADA66A-3D81-4CA6-8168-F3884BEADBC3}"/>
              </a:ext>
            </a:extLst>
          </p:cNvPr>
          <p:cNvSpPr>
            <a:spLocks xmlns:a="http://schemas.openxmlformats.org/drawingml/2006/main" noGrp="1"/>
          </p:cNvSpPr>
          <p:nvPr/>
        </p:nvSpPr>
        <p:spPr>
          <a:xfrm xmlns:a="http://schemas.openxmlformats.org/drawingml/2006/main">
            <a:off x="3514725" y="2257425"/>
            <a:ext cx="1359941" cy="190500"/>
          </a:xfrm>
          <a:prstGeom xmlns:a="http://schemas.openxmlformats.org/drawingml/2006/main" prst="roundRect">
            <a:avLst>
              <a:gd name="adj" fmla="val 40000"/>
            </a:avLst>
          </a:prstGeom>
          <a:solidFill xmlns:a="http://schemas.openxmlformats.org/drawingml/2006/main">
            <a:srgbClr val="00A6A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9469D85-3D24-429A-98EC-51D2D4501265}"/>
              </a:ext>
            </a:extLst>
          </p:cNvPr>
          <p:cNvSpPr>
            <a:spLocks xmlns:a="http://schemas.openxmlformats.org/drawingml/2006/main" noGrp="1"/>
          </p:cNvSpPr>
          <p:nvPr/>
        </p:nvSpPr>
        <p:spPr>
          <a:xfrm xmlns:a="http://schemas.openxmlformats.org/drawingml/2006/main">
            <a:off x="5619750" y="2171700"/>
            <a:ext cx="914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ctr">
              <a:defRPr sz="1500" b="1" i="0">
                <a:solidFill>
                  <a:srgbClr val="102B3F"/>
                </a:solidFill>
                <a:latin typeface="Aptos"/>
                <a:ea typeface="Aptos"/>
                <a:cs typeface="Aptos"/>
              </a:defRPr>
            </a:defPPr>
            <a:lvl1pPr algn="ctr">
              <a:defRPr sz="1500" b="1" i="0">
                <a:solidFill>
                  <a:srgbClr val="102B3F"/>
                </a:solidFill>
                <a:latin typeface="Aptos"/>
                <a:ea typeface="Aptos"/>
                <a:cs typeface="Aptos"/>
              </a:defRPr>
            </a:lvl1pPr>
            <a:lvl2pPr algn="ctr">
              <a:defRPr sz="1500" b="1" i="0">
                <a:solidFill>
                  <a:srgbClr val="102B3F"/>
                </a:solidFill>
                <a:latin typeface="Aptos"/>
                <a:ea typeface="Aptos"/>
                <a:cs typeface="Aptos"/>
              </a:defRPr>
            </a:lvl2pPr>
            <a:lvl3pPr algn="ctr">
              <a:defRPr sz="1500" b="1" i="0">
                <a:solidFill>
                  <a:srgbClr val="102B3F"/>
                </a:solidFill>
                <a:latin typeface="Aptos"/>
                <a:ea typeface="Aptos"/>
                <a:cs typeface="Aptos"/>
              </a:defRPr>
            </a:lvl3pPr>
            <a:lvl4pPr algn="ctr">
              <a:defRPr sz="1500" b="1" i="0">
                <a:solidFill>
                  <a:srgbClr val="102B3F"/>
                </a:solidFill>
                <a:latin typeface="Aptos"/>
                <a:ea typeface="Aptos"/>
                <a:cs typeface="Aptos"/>
              </a:defRPr>
            </a:lvl4pPr>
            <a:lvl5pPr algn="ctr">
              <a:defRPr sz="1500" b="1" i="0">
                <a:solidFill>
                  <a:srgbClr val="102B3F"/>
                </a:solidFill>
                <a:latin typeface="Aptos"/>
                <a:ea typeface="Aptos"/>
                <a:cs typeface="Aptos"/>
              </a:defRPr>
            </a:lvl5pPr>
            <a:lvl6pPr algn="ctr">
              <a:defRPr sz="1500" b="1" i="0">
                <a:solidFill>
                  <a:srgbClr val="102B3F"/>
                </a:solidFill>
                <a:latin typeface="Aptos"/>
                <a:ea typeface="Aptos"/>
                <a:cs typeface="Aptos"/>
              </a:defRPr>
            </a:lvl6pPr>
            <a:lvl7pPr algn="ctr">
              <a:defRPr sz="1500" b="1" i="0">
                <a:solidFill>
                  <a:srgbClr val="102B3F"/>
                </a:solidFill>
                <a:latin typeface="Aptos"/>
                <a:ea typeface="Aptos"/>
                <a:cs typeface="Aptos"/>
              </a:defRPr>
            </a:lvl7pPr>
            <a:lvl8pPr algn="ctr">
              <a:defRPr sz="1500" b="1" i="0">
                <a:solidFill>
                  <a:srgbClr val="102B3F"/>
                </a:solidFill>
                <a:latin typeface="Aptos"/>
                <a:ea typeface="Aptos"/>
                <a:cs typeface="Aptos"/>
              </a:defRPr>
            </a:lvl8pPr>
            <a:lvl9pPr algn="ctr">
              <a:defRPr sz="1500" b="1" i="0">
                <a:solidFill>
                  <a:srgbClr val="102B3F"/>
                </a:solidFill>
                <a:latin typeface="Aptos"/>
                <a:ea typeface="Aptos"/>
                <a:cs typeface="Aptos"/>
              </a:defRPr>
            </a:lvl9pPr>
          </a:lstStyle>
          <a:p xmlns:a="http://schemas.openxmlformats.org/drawingml/2006/main">
            <a:pPr algn="ctr">
              <a:defRPr sz="1500" b="1" i="0">
                <a:solidFill>
                  <a:srgbClr val="102B3F"/>
                </a:solidFill>
                <a:latin typeface="Aptos"/>
                <a:ea typeface="Aptos"/>
                <a:cs typeface="Aptos"/>
              </a:defRPr>
            </a:pPr>
            <a:r>
              <a:rPr sz="1500" b="1" i="0">
                <a:solidFill>
                  <a:srgbClr val="102B3F"/>
                </a:solidFill>
                <a:latin typeface="Aptos"/>
                <a:ea typeface="Aptos"/>
                <a:cs typeface="Aptos"/>
              </a:rPr>
              <a:t>66.1%</a:t>
            </a:r>
          </a:p>
        </p:txBody>
      </p:sp>
      <p:sp>
        <p:nvSpPr>
          <p:cNvPr id="16" name="">
            <a:extLst xmlns:a="http://schemas.openxmlformats.org/drawingml/2006/main">
              <a:ext uri="{FF2B5EF4-FFF2-40B4-BE49-F238E27FC236}">
                <a16:creationId xmlns:a16="http://schemas.microsoft.com/office/drawing/2014/main" id="{04D2DCD2-CDAA-4BD1-8B93-FCA554F18AF5}"/>
              </a:ext>
            </a:extLst>
          </p:cNvPr>
          <p:cNvSpPr>
            <a:spLocks xmlns:a="http://schemas.openxmlformats.org/drawingml/2006/main" noGrp="1"/>
          </p:cNvSpPr>
          <p:nvPr/>
        </p:nvSpPr>
        <p:spPr>
          <a:xfrm xmlns:a="http://schemas.openxmlformats.org/drawingml/2006/main">
            <a:off x="6829425" y="2171700"/>
            <a:ext cx="1181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ctr">
              <a:defRPr sz="1500" b="1" i="0">
                <a:solidFill>
                  <a:srgbClr val="102B3F"/>
                </a:solidFill>
                <a:latin typeface="Aptos"/>
                <a:ea typeface="Aptos"/>
                <a:cs typeface="Aptos"/>
              </a:defRPr>
            </a:defPPr>
            <a:lvl1pPr algn="ctr">
              <a:defRPr sz="1500" b="1" i="0">
                <a:solidFill>
                  <a:srgbClr val="102B3F"/>
                </a:solidFill>
                <a:latin typeface="Aptos"/>
                <a:ea typeface="Aptos"/>
                <a:cs typeface="Aptos"/>
              </a:defRPr>
            </a:lvl1pPr>
            <a:lvl2pPr algn="ctr">
              <a:defRPr sz="1500" b="1" i="0">
                <a:solidFill>
                  <a:srgbClr val="102B3F"/>
                </a:solidFill>
                <a:latin typeface="Aptos"/>
                <a:ea typeface="Aptos"/>
                <a:cs typeface="Aptos"/>
              </a:defRPr>
            </a:lvl2pPr>
            <a:lvl3pPr algn="ctr">
              <a:defRPr sz="1500" b="1" i="0">
                <a:solidFill>
                  <a:srgbClr val="102B3F"/>
                </a:solidFill>
                <a:latin typeface="Aptos"/>
                <a:ea typeface="Aptos"/>
                <a:cs typeface="Aptos"/>
              </a:defRPr>
            </a:lvl3pPr>
            <a:lvl4pPr algn="ctr">
              <a:defRPr sz="1500" b="1" i="0">
                <a:solidFill>
                  <a:srgbClr val="102B3F"/>
                </a:solidFill>
                <a:latin typeface="Aptos"/>
                <a:ea typeface="Aptos"/>
                <a:cs typeface="Aptos"/>
              </a:defRPr>
            </a:lvl4pPr>
            <a:lvl5pPr algn="ctr">
              <a:defRPr sz="1500" b="1" i="0">
                <a:solidFill>
                  <a:srgbClr val="102B3F"/>
                </a:solidFill>
                <a:latin typeface="Aptos"/>
                <a:ea typeface="Aptos"/>
                <a:cs typeface="Aptos"/>
              </a:defRPr>
            </a:lvl5pPr>
            <a:lvl6pPr algn="ctr">
              <a:defRPr sz="1500" b="1" i="0">
                <a:solidFill>
                  <a:srgbClr val="102B3F"/>
                </a:solidFill>
                <a:latin typeface="Aptos"/>
                <a:ea typeface="Aptos"/>
                <a:cs typeface="Aptos"/>
              </a:defRPr>
            </a:lvl6pPr>
            <a:lvl7pPr algn="ctr">
              <a:defRPr sz="1500" b="1" i="0">
                <a:solidFill>
                  <a:srgbClr val="102B3F"/>
                </a:solidFill>
                <a:latin typeface="Aptos"/>
                <a:ea typeface="Aptos"/>
                <a:cs typeface="Aptos"/>
              </a:defRPr>
            </a:lvl7pPr>
            <a:lvl8pPr algn="ctr">
              <a:defRPr sz="1500" b="1" i="0">
                <a:solidFill>
                  <a:srgbClr val="102B3F"/>
                </a:solidFill>
                <a:latin typeface="Aptos"/>
                <a:ea typeface="Aptos"/>
                <a:cs typeface="Aptos"/>
              </a:defRPr>
            </a:lvl8pPr>
            <a:lvl9pPr algn="ctr">
              <a:defRPr sz="1500" b="1" i="0">
                <a:solidFill>
                  <a:srgbClr val="102B3F"/>
                </a:solidFill>
                <a:latin typeface="Aptos"/>
                <a:ea typeface="Aptos"/>
                <a:cs typeface="Aptos"/>
              </a:defRPr>
            </a:lvl9pPr>
          </a:lstStyle>
          <a:p xmlns:a="http://schemas.openxmlformats.org/drawingml/2006/main">
            <a:pPr algn="ctr">
              <a:defRPr sz="1500" b="1" i="0">
                <a:solidFill>
                  <a:srgbClr val="102B3F"/>
                </a:solidFill>
                <a:latin typeface="Aptos"/>
                <a:ea typeface="Aptos"/>
                <a:cs typeface="Aptos"/>
              </a:defRPr>
            </a:pPr>
            <a:r>
              <a:rPr sz="1500" b="1" i="0">
                <a:solidFill>
                  <a:srgbClr val="102B3F"/>
                </a:solidFill>
                <a:latin typeface="Aptos"/>
                <a:ea typeface="Aptos"/>
                <a:cs typeface="Aptos"/>
              </a:rPr>
              <a:t>64.8%</a:t>
            </a:r>
          </a:p>
        </p:txBody>
      </p:sp>
      <p:sp>
        <p:nvSpPr>
          <p:cNvPr id="17" name="">
            <a:extLst xmlns:a="http://schemas.openxmlformats.org/drawingml/2006/main">
              <a:ext uri="{FF2B5EF4-FFF2-40B4-BE49-F238E27FC236}">
                <a16:creationId xmlns:a16="http://schemas.microsoft.com/office/drawing/2014/main" id="{9214BC56-B4D2-4395-8DA2-C7EE68277AEC}"/>
              </a:ext>
            </a:extLst>
          </p:cNvPr>
          <p:cNvSpPr>
            <a:spLocks xmlns:a="http://schemas.openxmlformats.org/drawingml/2006/main" noGrp="1"/>
          </p:cNvSpPr>
          <p:nvPr/>
        </p:nvSpPr>
        <p:spPr>
          <a:xfrm xmlns:a="http://schemas.openxmlformats.org/drawingml/2006/main">
            <a:off x="9372600" y="2171700"/>
            <a:ext cx="1200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ctr">
              <a:defRPr sz="1500" b="1" i="0">
                <a:solidFill>
                  <a:srgbClr val="102B3F"/>
                </a:solidFill>
                <a:latin typeface="Aptos"/>
                <a:ea typeface="Aptos"/>
                <a:cs typeface="Aptos"/>
              </a:defRPr>
            </a:defPPr>
            <a:lvl1pPr algn="ctr">
              <a:defRPr sz="1500" b="1" i="0">
                <a:solidFill>
                  <a:srgbClr val="102B3F"/>
                </a:solidFill>
                <a:latin typeface="Aptos"/>
                <a:ea typeface="Aptos"/>
                <a:cs typeface="Aptos"/>
              </a:defRPr>
            </a:lvl1pPr>
            <a:lvl2pPr algn="ctr">
              <a:defRPr sz="1500" b="1" i="0">
                <a:solidFill>
                  <a:srgbClr val="102B3F"/>
                </a:solidFill>
                <a:latin typeface="Aptos"/>
                <a:ea typeface="Aptos"/>
                <a:cs typeface="Aptos"/>
              </a:defRPr>
            </a:lvl2pPr>
            <a:lvl3pPr algn="ctr">
              <a:defRPr sz="1500" b="1" i="0">
                <a:solidFill>
                  <a:srgbClr val="102B3F"/>
                </a:solidFill>
                <a:latin typeface="Aptos"/>
                <a:ea typeface="Aptos"/>
                <a:cs typeface="Aptos"/>
              </a:defRPr>
            </a:lvl3pPr>
            <a:lvl4pPr algn="ctr">
              <a:defRPr sz="1500" b="1" i="0">
                <a:solidFill>
                  <a:srgbClr val="102B3F"/>
                </a:solidFill>
                <a:latin typeface="Aptos"/>
                <a:ea typeface="Aptos"/>
                <a:cs typeface="Aptos"/>
              </a:defRPr>
            </a:lvl4pPr>
            <a:lvl5pPr algn="ctr">
              <a:defRPr sz="1500" b="1" i="0">
                <a:solidFill>
                  <a:srgbClr val="102B3F"/>
                </a:solidFill>
                <a:latin typeface="Aptos"/>
                <a:ea typeface="Aptos"/>
                <a:cs typeface="Aptos"/>
              </a:defRPr>
            </a:lvl5pPr>
            <a:lvl6pPr algn="ctr">
              <a:defRPr sz="1500" b="1" i="0">
                <a:solidFill>
                  <a:srgbClr val="102B3F"/>
                </a:solidFill>
                <a:latin typeface="Aptos"/>
                <a:ea typeface="Aptos"/>
                <a:cs typeface="Aptos"/>
              </a:defRPr>
            </a:lvl6pPr>
            <a:lvl7pPr algn="ctr">
              <a:defRPr sz="1500" b="1" i="0">
                <a:solidFill>
                  <a:srgbClr val="102B3F"/>
                </a:solidFill>
                <a:latin typeface="Aptos"/>
                <a:ea typeface="Aptos"/>
                <a:cs typeface="Aptos"/>
              </a:defRPr>
            </a:lvl7pPr>
            <a:lvl8pPr algn="ctr">
              <a:defRPr sz="1500" b="1" i="0">
                <a:solidFill>
                  <a:srgbClr val="102B3F"/>
                </a:solidFill>
                <a:latin typeface="Aptos"/>
                <a:ea typeface="Aptos"/>
                <a:cs typeface="Aptos"/>
              </a:defRPr>
            </a:lvl8pPr>
            <a:lvl9pPr algn="ctr">
              <a:defRPr sz="1500" b="1" i="0">
                <a:solidFill>
                  <a:srgbClr val="102B3F"/>
                </a:solidFill>
                <a:latin typeface="Aptos"/>
                <a:ea typeface="Aptos"/>
                <a:cs typeface="Aptos"/>
              </a:defRPr>
            </a:lvl9pPr>
          </a:lstStyle>
          <a:p xmlns:a="http://schemas.openxmlformats.org/drawingml/2006/main">
            <a:pPr algn="ctr">
              <a:defRPr sz="1500" b="1" i="0">
                <a:solidFill>
                  <a:srgbClr val="102B3F"/>
                </a:solidFill>
                <a:latin typeface="Aptos"/>
                <a:ea typeface="Aptos"/>
                <a:cs typeface="Aptos"/>
              </a:defRPr>
            </a:pPr>
            <a:r>
              <a:rPr sz="1500" b="1" i="0">
                <a:solidFill>
                  <a:srgbClr val="102B3F"/>
                </a:solidFill>
                <a:latin typeface="Aptos"/>
                <a:ea typeface="Aptos"/>
                <a:cs typeface="Aptos"/>
              </a:rPr>
              <a:t>70.0%</a:t>
            </a:r>
          </a:p>
        </p:txBody>
      </p:sp>
      <p:sp>
        <p:nvSpPr>
          <p:cNvPr id="18" name="">
            <a:extLst xmlns:a="http://schemas.openxmlformats.org/drawingml/2006/main">
              <a:ext uri="{FF2B5EF4-FFF2-40B4-BE49-F238E27FC236}">
                <a16:creationId xmlns:a16="http://schemas.microsoft.com/office/drawing/2014/main" id="{4D156424-8F6F-4978-AEA9-AAF3C7C4A400}"/>
              </a:ext>
            </a:extLst>
          </p:cNvPr>
          <p:cNvSpPr>
            <a:spLocks xmlns:a="http://schemas.openxmlformats.org/drawingml/2006/main" noGrp="1"/>
          </p:cNvSpPr>
          <p:nvPr/>
        </p:nvSpPr>
        <p:spPr>
          <a:xfrm xmlns:a="http://schemas.openxmlformats.org/drawingml/2006/main">
            <a:off x="685800" y="290512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75" b="0" i="0">
                <a:solidFill>
                  <a:srgbClr val="102B3F"/>
                </a:solidFill>
                <a:latin typeface="Aptos"/>
                <a:ea typeface="Aptos"/>
                <a:cs typeface="Aptos"/>
              </a:defRPr>
            </a:defPPr>
            <a:lvl1pPr algn="l">
              <a:defRPr sz="1575" b="0" i="0">
                <a:solidFill>
                  <a:srgbClr val="102B3F"/>
                </a:solidFill>
                <a:latin typeface="Aptos"/>
                <a:ea typeface="Aptos"/>
                <a:cs typeface="Aptos"/>
              </a:defRPr>
            </a:lvl1pPr>
            <a:lvl2pPr algn="l">
              <a:defRPr sz="1575" b="0" i="0">
                <a:solidFill>
                  <a:srgbClr val="102B3F"/>
                </a:solidFill>
                <a:latin typeface="Aptos"/>
                <a:ea typeface="Aptos"/>
                <a:cs typeface="Aptos"/>
              </a:defRPr>
            </a:lvl2pPr>
            <a:lvl3pPr algn="l">
              <a:defRPr sz="1575" b="0" i="0">
                <a:solidFill>
                  <a:srgbClr val="102B3F"/>
                </a:solidFill>
                <a:latin typeface="Aptos"/>
                <a:ea typeface="Aptos"/>
                <a:cs typeface="Aptos"/>
              </a:defRPr>
            </a:lvl3pPr>
            <a:lvl4pPr algn="l">
              <a:defRPr sz="1575" b="0" i="0">
                <a:solidFill>
                  <a:srgbClr val="102B3F"/>
                </a:solidFill>
                <a:latin typeface="Aptos"/>
                <a:ea typeface="Aptos"/>
                <a:cs typeface="Aptos"/>
              </a:defRPr>
            </a:lvl4pPr>
            <a:lvl5pPr algn="l">
              <a:defRPr sz="1575" b="0" i="0">
                <a:solidFill>
                  <a:srgbClr val="102B3F"/>
                </a:solidFill>
                <a:latin typeface="Aptos"/>
                <a:ea typeface="Aptos"/>
                <a:cs typeface="Aptos"/>
              </a:defRPr>
            </a:lvl5pPr>
            <a:lvl6pPr algn="l">
              <a:defRPr sz="1575" b="0" i="0">
                <a:solidFill>
                  <a:srgbClr val="102B3F"/>
                </a:solidFill>
                <a:latin typeface="Aptos"/>
                <a:ea typeface="Aptos"/>
                <a:cs typeface="Aptos"/>
              </a:defRPr>
            </a:lvl6pPr>
            <a:lvl7pPr algn="l">
              <a:defRPr sz="1575" b="0" i="0">
                <a:solidFill>
                  <a:srgbClr val="102B3F"/>
                </a:solidFill>
                <a:latin typeface="Aptos"/>
                <a:ea typeface="Aptos"/>
                <a:cs typeface="Aptos"/>
              </a:defRPr>
            </a:lvl7pPr>
            <a:lvl8pPr algn="l">
              <a:defRPr sz="1575" b="0" i="0">
                <a:solidFill>
                  <a:srgbClr val="102B3F"/>
                </a:solidFill>
                <a:latin typeface="Aptos"/>
                <a:ea typeface="Aptos"/>
                <a:cs typeface="Aptos"/>
              </a:defRPr>
            </a:lvl8pPr>
            <a:lvl9pPr algn="l">
              <a:defRPr sz="1575" b="0" i="0">
                <a:solidFill>
                  <a:srgbClr val="102B3F"/>
                </a:solidFill>
                <a:latin typeface="Aptos"/>
                <a:ea typeface="Aptos"/>
                <a:cs typeface="Aptos"/>
              </a:defRPr>
            </a:lvl9pPr>
          </a:lstStyle>
          <a:p xmlns:a="http://schemas.openxmlformats.org/drawingml/2006/main">
            <a:pPr algn="l">
              <a:defRPr sz="1575" b="0" i="0">
                <a:solidFill>
                  <a:srgbClr val="102B3F"/>
                </a:solidFill>
                <a:latin typeface="Aptos"/>
                <a:ea typeface="Aptos"/>
                <a:cs typeface="Aptos"/>
              </a:defRPr>
            </a:pPr>
            <a:r>
              <a:rPr sz="1575" b="0" i="0">
                <a:solidFill>
                  <a:srgbClr val="102B3F"/>
                </a:solidFill>
                <a:latin typeface="Aptos"/>
                <a:ea typeface="Aptos"/>
                <a:cs typeface="Aptos"/>
              </a:rPr>
              <a:t>Boosting</a:t>
            </a:r>
          </a:p>
        </p:txBody>
      </p:sp>
      <p:sp>
        <p:nvSpPr>
          <p:cNvPr id="19" name="">
            <a:extLst xmlns:a="http://schemas.openxmlformats.org/drawingml/2006/main">
              <a:ext uri="{FF2B5EF4-FFF2-40B4-BE49-F238E27FC236}">
                <a16:creationId xmlns:a16="http://schemas.microsoft.com/office/drawing/2014/main" id="{83E0614A-4A3B-4579-8545-8F4F60A334AA}"/>
              </a:ext>
            </a:extLst>
          </p:cNvPr>
          <p:cNvSpPr>
            <a:spLocks xmlns:a="http://schemas.openxmlformats.org/drawingml/2006/main" noGrp="1"/>
          </p:cNvSpPr>
          <p:nvPr/>
        </p:nvSpPr>
        <p:spPr>
          <a:xfrm xmlns:a="http://schemas.openxmlformats.org/drawingml/2006/main">
            <a:off x="3514725" y="2981325"/>
            <a:ext cx="2057400" cy="190500"/>
          </a:xfrm>
          <a:prstGeom xmlns:a="http://schemas.openxmlformats.org/drawingml/2006/main" prst="roundRect">
            <a:avLst>
              <a:gd name="adj" fmla="val 40000"/>
            </a:avLst>
          </a:prstGeom>
          <a:solidFill xmlns:a="http://schemas.openxmlformats.org/drawingml/2006/main">
            <a:srgbClr val="E9EFF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608FE4E-8EC3-428C-83C5-A947D3C73BD7}"/>
              </a:ext>
            </a:extLst>
          </p:cNvPr>
          <p:cNvSpPr>
            <a:spLocks xmlns:a="http://schemas.openxmlformats.org/drawingml/2006/main" noGrp="1"/>
          </p:cNvSpPr>
          <p:nvPr/>
        </p:nvSpPr>
        <p:spPr>
          <a:xfrm xmlns:a="http://schemas.openxmlformats.org/drawingml/2006/main">
            <a:off x="3514725" y="2981325"/>
            <a:ext cx="1320851" cy="190500"/>
          </a:xfrm>
          <a:prstGeom xmlns:a="http://schemas.openxmlformats.org/drawingml/2006/main" prst="roundRect">
            <a:avLst>
              <a:gd name="adj" fmla="val 40000"/>
            </a:avLst>
          </a:prstGeom>
          <a:solidFill xmlns:a="http://schemas.openxmlformats.org/drawingml/2006/main">
            <a:srgbClr val="E99B3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BB396A3-39CF-468E-888D-CB6ED3D55EF4}"/>
              </a:ext>
            </a:extLst>
          </p:cNvPr>
          <p:cNvSpPr>
            <a:spLocks xmlns:a="http://schemas.openxmlformats.org/drawingml/2006/main" noGrp="1"/>
          </p:cNvSpPr>
          <p:nvPr/>
        </p:nvSpPr>
        <p:spPr>
          <a:xfrm xmlns:a="http://schemas.openxmlformats.org/drawingml/2006/main">
            <a:off x="5619750" y="2895600"/>
            <a:ext cx="914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ctr">
              <a:defRPr sz="1500" b="1" i="0">
                <a:solidFill>
                  <a:srgbClr val="102B3F"/>
                </a:solidFill>
                <a:latin typeface="Aptos"/>
                <a:ea typeface="Aptos"/>
                <a:cs typeface="Aptos"/>
              </a:defRPr>
            </a:defPPr>
            <a:lvl1pPr algn="ctr">
              <a:defRPr sz="1500" b="1" i="0">
                <a:solidFill>
                  <a:srgbClr val="102B3F"/>
                </a:solidFill>
                <a:latin typeface="Aptos"/>
                <a:ea typeface="Aptos"/>
                <a:cs typeface="Aptos"/>
              </a:defRPr>
            </a:lvl1pPr>
            <a:lvl2pPr algn="ctr">
              <a:defRPr sz="1500" b="1" i="0">
                <a:solidFill>
                  <a:srgbClr val="102B3F"/>
                </a:solidFill>
                <a:latin typeface="Aptos"/>
                <a:ea typeface="Aptos"/>
                <a:cs typeface="Aptos"/>
              </a:defRPr>
            </a:lvl2pPr>
            <a:lvl3pPr algn="ctr">
              <a:defRPr sz="1500" b="1" i="0">
                <a:solidFill>
                  <a:srgbClr val="102B3F"/>
                </a:solidFill>
                <a:latin typeface="Aptos"/>
                <a:ea typeface="Aptos"/>
                <a:cs typeface="Aptos"/>
              </a:defRPr>
            </a:lvl3pPr>
            <a:lvl4pPr algn="ctr">
              <a:defRPr sz="1500" b="1" i="0">
                <a:solidFill>
                  <a:srgbClr val="102B3F"/>
                </a:solidFill>
                <a:latin typeface="Aptos"/>
                <a:ea typeface="Aptos"/>
                <a:cs typeface="Aptos"/>
              </a:defRPr>
            </a:lvl4pPr>
            <a:lvl5pPr algn="ctr">
              <a:defRPr sz="1500" b="1" i="0">
                <a:solidFill>
                  <a:srgbClr val="102B3F"/>
                </a:solidFill>
                <a:latin typeface="Aptos"/>
                <a:ea typeface="Aptos"/>
                <a:cs typeface="Aptos"/>
              </a:defRPr>
            </a:lvl5pPr>
            <a:lvl6pPr algn="ctr">
              <a:defRPr sz="1500" b="1" i="0">
                <a:solidFill>
                  <a:srgbClr val="102B3F"/>
                </a:solidFill>
                <a:latin typeface="Aptos"/>
                <a:ea typeface="Aptos"/>
                <a:cs typeface="Aptos"/>
              </a:defRPr>
            </a:lvl6pPr>
            <a:lvl7pPr algn="ctr">
              <a:defRPr sz="1500" b="1" i="0">
                <a:solidFill>
                  <a:srgbClr val="102B3F"/>
                </a:solidFill>
                <a:latin typeface="Aptos"/>
                <a:ea typeface="Aptos"/>
                <a:cs typeface="Aptos"/>
              </a:defRPr>
            </a:lvl7pPr>
            <a:lvl8pPr algn="ctr">
              <a:defRPr sz="1500" b="1" i="0">
                <a:solidFill>
                  <a:srgbClr val="102B3F"/>
                </a:solidFill>
                <a:latin typeface="Aptos"/>
                <a:ea typeface="Aptos"/>
                <a:cs typeface="Aptos"/>
              </a:defRPr>
            </a:lvl8pPr>
            <a:lvl9pPr algn="ctr">
              <a:defRPr sz="1500" b="1" i="0">
                <a:solidFill>
                  <a:srgbClr val="102B3F"/>
                </a:solidFill>
                <a:latin typeface="Aptos"/>
                <a:ea typeface="Aptos"/>
                <a:cs typeface="Aptos"/>
              </a:defRPr>
            </a:lvl9pPr>
          </a:lstStyle>
          <a:p xmlns:a="http://schemas.openxmlformats.org/drawingml/2006/main">
            <a:pPr algn="ctr">
              <a:defRPr sz="1500" b="1" i="0">
                <a:solidFill>
                  <a:srgbClr val="102B3F"/>
                </a:solidFill>
                <a:latin typeface="Aptos"/>
                <a:ea typeface="Aptos"/>
                <a:cs typeface="Aptos"/>
              </a:defRPr>
            </a:pPr>
            <a:r>
              <a:rPr sz="1500" b="1" i="0">
                <a:solidFill>
                  <a:srgbClr val="102B3F"/>
                </a:solidFill>
                <a:latin typeface="Aptos"/>
                <a:ea typeface="Aptos"/>
                <a:cs typeface="Aptos"/>
              </a:rPr>
              <a:t>64.2%</a:t>
            </a:r>
          </a:p>
        </p:txBody>
      </p:sp>
      <p:sp>
        <p:nvSpPr>
          <p:cNvPr id="22" name="">
            <a:extLst xmlns:a="http://schemas.openxmlformats.org/drawingml/2006/main">
              <a:ext uri="{FF2B5EF4-FFF2-40B4-BE49-F238E27FC236}">
                <a16:creationId xmlns:a16="http://schemas.microsoft.com/office/drawing/2014/main" id="{DD841A1F-07D1-4E9F-9EBC-205DE384F719}"/>
              </a:ext>
            </a:extLst>
          </p:cNvPr>
          <p:cNvSpPr>
            <a:spLocks xmlns:a="http://schemas.openxmlformats.org/drawingml/2006/main" noGrp="1"/>
          </p:cNvSpPr>
          <p:nvPr/>
        </p:nvSpPr>
        <p:spPr>
          <a:xfrm xmlns:a="http://schemas.openxmlformats.org/drawingml/2006/main">
            <a:off x="6829425" y="2895600"/>
            <a:ext cx="1181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ctr">
              <a:defRPr sz="1500" b="1" i="0">
                <a:solidFill>
                  <a:srgbClr val="102B3F"/>
                </a:solidFill>
                <a:latin typeface="Aptos"/>
                <a:ea typeface="Aptos"/>
                <a:cs typeface="Aptos"/>
              </a:defRPr>
            </a:defPPr>
            <a:lvl1pPr algn="ctr">
              <a:defRPr sz="1500" b="1" i="0">
                <a:solidFill>
                  <a:srgbClr val="102B3F"/>
                </a:solidFill>
                <a:latin typeface="Aptos"/>
                <a:ea typeface="Aptos"/>
                <a:cs typeface="Aptos"/>
              </a:defRPr>
            </a:lvl1pPr>
            <a:lvl2pPr algn="ctr">
              <a:defRPr sz="1500" b="1" i="0">
                <a:solidFill>
                  <a:srgbClr val="102B3F"/>
                </a:solidFill>
                <a:latin typeface="Aptos"/>
                <a:ea typeface="Aptos"/>
                <a:cs typeface="Aptos"/>
              </a:defRPr>
            </a:lvl2pPr>
            <a:lvl3pPr algn="ctr">
              <a:defRPr sz="1500" b="1" i="0">
                <a:solidFill>
                  <a:srgbClr val="102B3F"/>
                </a:solidFill>
                <a:latin typeface="Aptos"/>
                <a:ea typeface="Aptos"/>
                <a:cs typeface="Aptos"/>
              </a:defRPr>
            </a:lvl3pPr>
            <a:lvl4pPr algn="ctr">
              <a:defRPr sz="1500" b="1" i="0">
                <a:solidFill>
                  <a:srgbClr val="102B3F"/>
                </a:solidFill>
                <a:latin typeface="Aptos"/>
                <a:ea typeface="Aptos"/>
                <a:cs typeface="Aptos"/>
              </a:defRPr>
            </a:lvl4pPr>
            <a:lvl5pPr algn="ctr">
              <a:defRPr sz="1500" b="1" i="0">
                <a:solidFill>
                  <a:srgbClr val="102B3F"/>
                </a:solidFill>
                <a:latin typeface="Aptos"/>
                <a:ea typeface="Aptos"/>
                <a:cs typeface="Aptos"/>
              </a:defRPr>
            </a:lvl5pPr>
            <a:lvl6pPr algn="ctr">
              <a:defRPr sz="1500" b="1" i="0">
                <a:solidFill>
                  <a:srgbClr val="102B3F"/>
                </a:solidFill>
                <a:latin typeface="Aptos"/>
                <a:ea typeface="Aptos"/>
                <a:cs typeface="Aptos"/>
              </a:defRPr>
            </a:lvl6pPr>
            <a:lvl7pPr algn="ctr">
              <a:defRPr sz="1500" b="1" i="0">
                <a:solidFill>
                  <a:srgbClr val="102B3F"/>
                </a:solidFill>
                <a:latin typeface="Aptos"/>
                <a:ea typeface="Aptos"/>
                <a:cs typeface="Aptos"/>
              </a:defRPr>
            </a:lvl7pPr>
            <a:lvl8pPr algn="ctr">
              <a:defRPr sz="1500" b="1" i="0">
                <a:solidFill>
                  <a:srgbClr val="102B3F"/>
                </a:solidFill>
                <a:latin typeface="Aptos"/>
                <a:ea typeface="Aptos"/>
                <a:cs typeface="Aptos"/>
              </a:defRPr>
            </a:lvl8pPr>
            <a:lvl9pPr algn="ctr">
              <a:defRPr sz="1500" b="1" i="0">
                <a:solidFill>
                  <a:srgbClr val="102B3F"/>
                </a:solidFill>
                <a:latin typeface="Aptos"/>
                <a:ea typeface="Aptos"/>
                <a:cs typeface="Aptos"/>
              </a:defRPr>
            </a:lvl9pPr>
          </a:lstStyle>
          <a:p xmlns:a="http://schemas.openxmlformats.org/drawingml/2006/main">
            <a:pPr algn="ctr">
              <a:defRPr sz="1500" b="1" i="0">
                <a:solidFill>
                  <a:srgbClr val="102B3F"/>
                </a:solidFill>
                <a:latin typeface="Aptos"/>
                <a:ea typeface="Aptos"/>
                <a:cs typeface="Aptos"/>
              </a:defRPr>
            </a:pPr>
            <a:r>
              <a:rPr sz="1500" b="1" i="0">
                <a:solidFill>
                  <a:srgbClr val="102B3F"/>
                </a:solidFill>
                <a:latin typeface="Aptos"/>
                <a:ea typeface="Aptos"/>
                <a:cs typeface="Aptos"/>
              </a:rPr>
              <a:t>62.9%</a:t>
            </a:r>
          </a:p>
        </p:txBody>
      </p:sp>
      <p:sp>
        <p:nvSpPr>
          <p:cNvPr id="23" name="">
            <a:extLst xmlns:a="http://schemas.openxmlformats.org/drawingml/2006/main">
              <a:ext uri="{FF2B5EF4-FFF2-40B4-BE49-F238E27FC236}">
                <a16:creationId xmlns:a16="http://schemas.microsoft.com/office/drawing/2014/main" id="{1DC15181-E96F-42B9-9F7A-B29E3D2F4DB8}"/>
              </a:ext>
            </a:extLst>
          </p:cNvPr>
          <p:cNvSpPr>
            <a:spLocks xmlns:a="http://schemas.openxmlformats.org/drawingml/2006/main" noGrp="1"/>
          </p:cNvSpPr>
          <p:nvPr/>
        </p:nvSpPr>
        <p:spPr>
          <a:xfrm xmlns:a="http://schemas.openxmlformats.org/drawingml/2006/main">
            <a:off x="9372600" y="2895600"/>
            <a:ext cx="1200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ctr">
              <a:defRPr sz="1500" b="1" i="0">
                <a:solidFill>
                  <a:srgbClr val="102B3F"/>
                </a:solidFill>
                <a:latin typeface="Aptos"/>
                <a:ea typeface="Aptos"/>
                <a:cs typeface="Aptos"/>
              </a:defRPr>
            </a:defPPr>
            <a:lvl1pPr algn="ctr">
              <a:defRPr sz="1500" b="1" i="0">
                <a:solidFill>
                  <a:srgbClr val="102B3F"/>
                </a:solidFill>
                <a:latin typeface="Aptos"/>
                <a:ea typeface="Aptos"/>
                <a:cs typeface="Aptos"/>
              </a:defRPr>
            </a:lvl1pPr>
            <a:lvl2pPr algn="ctr">
              <a:defRPr sz="1500" b="1" i="0">
                <a:solidFill>
                  <a:srgbClr val="102B3F"/>
                </a:solidFill>
                <a:latin typeface="Aptos"/>
                <a:ea typeface="Aptos"/>
                <a:cs typeface="Aptos"/>
              </a:defRPr>
            </a:lvl2pPr>
            <a:lvl3pPr algn="ctr">
              <a:defRPr sz="1500" b="1" i="0">
                <a:solidFill>
                  <a:srgbClr val="102B3F"/>
                </a:solidFill>
                <a:latin typeface="Aptos"/>
                <a:ea typeface="Aptos"/>
                <a:cs typeface="Aptos"/>
              </a:defRPr>
            </a:lvl3pPr>
            <a:lvl4pPr algn="ctr">
              <a:defRPr sz="1500" b="1" i="0">
                <a:solidFill>
                  <a:srgbClr val="102B3F"/>
                </a:solidFill>
                <a:latin typeface="Aptos"/>
                <a:ea typeface="Aptos"/>
                <a:cs typeface="Aptos"/>
              </a:defRPr>
            </a:lvl4pPr>
            <a:lvl5pPr algn="ctr">
              <a:defRPr sz="1500" b="1" i="0">
                <a:solidFill>
                  <a:srgbClr val="102B3F"/>
                </a:solidFill>
                <a:latin typeface="Aptos"/>
                <a:ea typeface="Aptos"/>
                <a:cs typeface="Aptos"/>
              </a:defRPr>
            </a:lvl5pPr>
            <a:lvl6pPr algn="ctr">
              <a:defRPr sz="1500" b="1" i="0">
                <a:solidFill>
                  <a:srgbClr val="102B3F"/>
                </a:solidFill>
                <a:latin typeface="Aptos"/>
                <a:ea typeface="Aptos"/>
                <a:cs typeface="Aptos"/>
              </a:defRPr>
            </a:lvl6pPr>
            <a:lvl7pPr algn="ctr">
              <a:defRPr sz="1500" b="1" i="0">
                <a:solidFill>
                  <a:srgbClr val="102B3F"/>
                </a:solidFill>
                <a:latin typeface="Aptos"/>
                <a:ea typeface="Aptos"/>
                <a:cs typeface="Aptos"/>
              </a:defRPr>
            </a:lvl7pPr>
            <a:lvl8pPr algn="ctr">
              <a:defRPr sz="1500" b="1" i="0">
                <a:solidFill>
                  <a:srgbClr val="102B3F"/>
                </a:solidFill>
                <a:latin typeface="Aptos"/>
                <a:ea typeface="Aptos"/>
                <a:cs typeface="Aptos"/>
              </a:defRPr>
            </a:lvl8pPr>
            <a:lvl9pPr algn="ctr">
              <a:defRPr sz="1500" b="1" i="0">
                <a:solidFill>
                  <a:srgbClr val="102B3F"/>
                </a:solidFill>
                <a:latin typeface="Aptos"/>
                <a:ea typeface="Aptos"/>
                <a:cs typeface="Aptos"/>
              </a:defRPr>
            </a:lvl9pPr>
          </a:lstStyle>
          <a:p xmlns:a="http://schemas.openxmlformats.org/drawingml/2006/main">
            <a:pPr algn="ctr">
              <a:defRPr sz="1500" b="1" i="0">
                <a:solidFill>
                  <a:srgbClr val="102B3F"/>
                </a:solidFill>
                <a:latin typeface="Aptos"/>
                <a:ea typeface="Aptos"/>
                <a:cs typeface="Aptos"/>
              </a:defRPr>
            </a:pPr>
            <a:r>
              <a:rPr sz="1500" b="1" i="0">
                <a:solidFill>
                  <a:srgbClr val="102B3F"/>
                </a:solidFill>
                <a:latin typeface="Aptos"/>
                <a:ea typeface="Aptos"/>
                <a:cs typeface="Aptos"/>
              </a:rPr>
              <a:t>68.2%</a:t>
            </a:r>
          </a:p>
        </p:txBody>
      </p:sp>
      <p:sp>
        <p:nvSpPr>
          <p:cNvPr id="24" name="">
            <a:extLst xmlns:a="http://schemas.openxmlformats.org/drawingml/2006/main">
              <a:ext uri="{FF2B5EF4-FFF2-40B4-BE49-F238E27FC236}">
                <a16:creationId xmlns:a16="http://schemas.microsoft.com/office/drawing/2014/main" id="{57E22890-FF5F-46AC-97F3-54019E7D0A90}"/>
              </a:ext>
            </a:extLst>
          </p:cNvPr>
          <p:cNvSpPr>
            <a:spLocks xmlns:a="http://schemas.openxmlformats.org/drawingml/2006/main" noGrp="1"/>
          </p:cNvSpPr>
          <p:nvPr/>
        </p:nvSpPr>
        <p:spPr>
          <a:xfrm xmlns:a="http://schemas.openxmlformats.org/drawingml/2006/main">
            <a:off x="685800" y="362902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75" b="0" i="0">
                <a:solidFill>
                  <a:srgbClr val="102B3F"/>
                </a:solidFill>
                <a:latin typeface="Aptos"/>
                <a:ea typeface="Aptos"/>
                <a:cs typeface="Aptos"/>
              </a:defRPr>
            </a:defPPr>
            <a:lvl1pPr algn="l">
              <a:defRPr sz="1575" b="0" i="0">
                <a:solidFill>
                  <a:srgbClr val="102B3F"/>
                </a:solidFill>
                <a:latin typeface="Aptos"/>
                <a:ea typeface="Aptos"/>
                <a:cs typeface="Aptos"/>
              </a:defRPr>
            </a:lvl1pPr>
            <a:lvl2pPr algn="l">
              <a:defRPr sz="1575" b="0" i="0">
                <a:solidFill>
                  <a:srgbClr val="102B3F"/>
                </a:solidFill>
                <a:latin typeface="Aptos"/>
                <a:ea typeface="Aptos"/>
                <a:cs typeface="Aptos"/>
              </a:defRPr>
            </a:lvl2pPr>
            <a:lvl3pPr algn="l">
              <a:defRPr sz="1575" b="0" i="0">
                <a:solidFill>
                  <a:srgbClr val="102B3F"/>
                </a:solidFill>
                <a:latin typeface="Aptos"/>
                <a:ea typeface="Aptos"/>
                <a:cs typeface="Aptos"/>
              </a:defRPr>
            </a:lvl3pPr>
            <a:lvl4pPr algn="l">
              <a:defRPr sz="1575" b="0" i="0">
                <a:solidFill>
                  <a:srgbClr val="102B3F"/>
                </a:solidFill>
                <a:latin typeface="Aptos"/>
                <a:ea typeface="Aptos"/>
                <a:cs typeface="Aptos"/>
              </a:defRPr>
            </a:lvl4pPr>
            <a:lvl5pPr algn="l">
              <a:defRPr sz="1575" b="0" i="0">
                <a:solidFill>
                  <a:srgbClr val="102B3F"/>
                </a:solidFill>
                <a:latin typeface="Aptos"/>
                <a:ea typeface="Aptos"/>
                <a:cs typeface="Aptos"/>
              </a:defRPr>
            </a:lvl5pPr>
            <a:lvl6pPr algn="l">
              <a:defRPr sz="1575" b="0" i="0">
                <a:solidFill>
                  <a:srgbClr val="102B3F"/>
                </a:solidFill>
                <a:latin typeface="Aptos"/>
                <a:ea typeface="Aptos"/>
                <a:cs typeface="Aptos"/>
              </a:defRPr>
            </a:lvl6pPr>
            <a:lvl7pPr algn="l">
              <a:defRPr sz="1575" b="0" i="0">
                <a:solidFill>
                  <a:srgbClr val="102B3F"/>
                </a:solidFill>
                <a:latin typeface="Aptos"/>
                <a:ea typeface="Aptos"/>
                <a:cs typeface="Aptos"/>
              </a:defRPr>
            </a:lvl7pPr>
            <a:lvl8pPr algn="l">
              <a:defRPr sz="1575" b="0" i="0">
                <a:solidFill>
                  <a:srgbClr val="102B3F"/>
                </a:solidFill>
                <a:latin typeface="Aptos"/>
                <a:ea typeface="Aptos"/>
                <a:cs typeface="Aptos"/>
              </a:defRPr>
            </a:lvl8pPr>
            <a:lvl9pPr algn="l">
              <a:defRPr sz="1575" b="0" i="0">
                <a:solidFill>
                  <a:srgbClr val="102B3F"/>
                </a:solidFill>
                <a:latin typeface="Aptos"/>
                <a:ea typeface="Aptos"/>
                <a:cs typeface="Aptos"/>
              </a:defRPr>
            </a:lvl9pPr>
          </a:lstStyle>
          <a:p xmlns:a="http://schemas.openxmlformats.org/drawingml/2006/main">
            <a:pPr algn="l">
              <a:defRPr sz="1575" b="0" i="0">
                <a:solidFill>
                  <a:srgbClr val="102B3F"/>
                </a:solidFill>
                <a:latin typeface="Aptos"/>
                <a:ea typeface="Aptos"/>
                <a:cs typeface="Aptos"/>
              </a:defRPr>
            </a:pPr>
            <a:r>
              <a:rPr sz="1575" b="0" i="0">
                <a:solidFill>
                  <a:srgbClr val="102B3F"/>
                </a:solidFill>
                <a:latin typeface="Aptos"/>
                <a:ea typeface="Aptos"/>
                <a:cs typeface="Aptos"/>
              </a:rPr>
              <a:t>Random Forest</a:t>
            </a:r>
          </a:p>
        </p:txBody>
      </p:sp>
      <p:sp>
        <p:nvSpPr>
          <p:cNvPr id="25" name="">
            <a:extLst xmlns:a="http://schemas.openxmlformats.org/drawingml/2006/main">
              <a:ext uri="{FF2B5EF4-FFF2-40B4-BE49-F238E27FC236}">
                <a16:creationId xmlns:a16="http://schemas.microsoft.com/office/drawing/2014/main" id="{A8109DA9-CA41-4E04-8998-DDAFB4F1B15E}"/>
              </a:ext>
            </a:extLst>
          </p:cNvPr>
          <p:cNvSpPr>
            <a:spLocks xmlns:a="http://schemas.openxmlformats.org/drawingml/2006/main" noGrp="1"/>
          </p:cNvSpPr>
          <p:nvPr/>
        </p:nvSpPr>
        <p:spPr>
          <a:xfrm xmlns:a="http://schemas.openxmlformats.org/drawingml/2006/main">
            <a:off x="3514725" y="3705225"/>
            <a:ext cx="2057400" cy="190500"/>
          </a:xfrm>
          <a:prstGeom xmlns:a="http://schemas.openxmlformats.org/drawingml/2006/main" prst="roundRect">
            <a:avLst>
              <a:gd name="adj" fmla="val 40000"/>
            </a:avLst>
          </a:prstGeom>
          <a:solidFill xmlns:a="http://schemas.openxmlformats.org/drawingml/2006/main">
            <a:srgbClr val="E9EFF0"/>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100C7C07-D031-478C-8735-0D60F6AF1D0F}"/>
              </a:ext>
            </a:extLst>
          </p:cNvPr>
          <p:cNvSpPr>
            <a:spLocks xmlns:a="http://schemas.openxmlformats.org/drawingml/2006/main" noGrp="1"/>
          </p:cNvSpPr>
          <p:nvPr/>
        </p:nvSpPr>
        <p:spPr>
          <a:xfrm xmlns:a="http://schemas.openxmlformats.org/drawingml/2006/main">
            <a:off x="3514725" y="3705225"/>
            <a:ext cx="1296162" cy="190500"/>
          </a:xfrm>
          <a:prstGeom xmlns:a="http://schemas.openxmlformats.org/drawingml/2006/main" prst="roundRect">
            <a:avLst>
              <a:gd name="adj" fmla="val 40000"/>
            </a:avLst>
          </a:prstGeom>
          <a:solidFill xmlns:a="http://schemas.openxmlformats.org/drawingml/2006/main">
            <a:srgbClr val="2D8A7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24F90A9-D07D-4329-B7E2-92D72DF62975}"/>
              </a:ext>
            </a:extLst>
          </p:cNvPr>
          <p:cNvSpPr>
            <a:spLocks xmlns:a="http://schemas.openxmlformats.org/drawingml/2006/main" noGrp="1"/>
          </p:cNvSpPr>
          <p:nvPr/>
        </p:nvSpPr>
        <p:spPr>
          <a:xfrm xmlns:a="http://schemas.openxmlformats.org/drawingml/2006/main">
            <a:off x="5619750" y="3619500"/>
            <a:ext cx="914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ctr">
              <a:defRPr sz="1500" b="1" i="0">
                <a:solidFill>
                  <a:srgbClr val="102B3F"/>
                </a:solidFill>
                <a:latin typeface="Aptos"/>
                <a:ea typeface="Aptos"/>
                <a:cs typeface="Aptos"/>
              </a:defRPr>
            </a:defPPr>
            <a:lvl1pPr algn="ctr">
              <a:defRPr sz="1500" b="1" i="0">
                <a:solidFill>
                  <a:srgbClr val="102B3F"/>
                </a:solidFill>
                <a:latin typeface="Aptos"/>
                <a:ea typeface="Aptos"/>
                <a:cs typeface="Aptos"/>
              </a:defRPr>
            </a:lvl1pPr>
            <a:lvl2pPr algn="ctr">
              <a:defRPr sz="1500" b="1" i="0">
                <a:solidFill>
                  <a:srgbClr val="102B3F"/>
                </a:solidFill>
                <a:latin typeface="Aptos"/>
                <a:ea typeface="Aptos"/>
                <a:cs typeface="Aptos"/>
              </a:defRPr>
            </a:lvl2pPr>
            <a:lvl3pPr algn="ctr">
              <a:defRPr sz="1500" b="1" i="0">
                <a:solidFill>
                  <a:srgbClr val="102B3F"/>
                </a:solidFill>
                <a:latin typeface="Aptos"/>
                <a:ea typeface="Aptos"/>
                <a:cs typeface="Aptos"/>
              </a:defRPr>
            </a:lvl3pPr>
            <a:lvl4pPr algn="ctr">
              <a:defRPr sz="1500" b="1" i="0">
                <a:solidFill>
                  <a:srgbClr val="102B3F"/>
                </a:solidFill>
                <a:latin typeface="Aptos"/>
                <a:ea typeface="Aptos"/>
                <a:cs typeface="Aptos"/>
              </a:defRPr>
            </a:lvl4pPr>
            <a:lvl5pPr algn="ctr">
              <a:defRPr sz="1500" b="1" i="0">
                <a:solidFill>
                  <a:srgbClr val="102B3F"/>
                </a:solidFill>
                <a:latin typeface="Aptos"/>
                <a:ea typeface="Aptos"/>
                <a:cs typeface="Aptos"/>
              </a:defRPr>
            </a:lvl5pPr>
            <a:lvl6pPr algn="ctr">
              <a:defRPr sz="1500" b="1" i="0">
                <a:solidFill>
                  <a:srgbClr val="102B3F"/>
                </a:solidFill>
                <a:latin typeface="Aptos"/>
                <a:ea typeface="Aptos"/>
                <a:cs typeface="Aptos"/>
              </a:defRPr>
            </a:lvl6pPr>
            <a:lvl7pPr algn="ctr">
              <a:defRPr sz="1500" b="1" i="0">
                <a:solidFill>
                  <a:srgbClr val="102B3F"/>
                </a:solidFill>
                <a:latin typeface="Aptos"/>
                <a:ea typeface="Aptos"/>
                <a:cs typeface="Aptos"/>
              </a:defRPr>
            </a:lvl7pPr>
            <a:lvl8pPr algn="ctr">
              <a:defRPr sz="1500" b="1" i="0">
                <a:solidFill>
                  <a:srgbClr val="102B3F"/>
                </a:solidFill>
                <a:latin typeface="Aptos"/>
                <a:ea typeface="Aptos"/>
                <a:cs typeface="Aptos"/>
              </a:defRPr>
            </a:lvl8pPr>
            <a:lvl9pPr algn="ctr">
              <a:defRPr sz="1500" b="1" i="0">
                <a:solidFill>
                  <a:srgbClr val="102B3F"/>
                </a:solidFill>
                <a:latin typeface="Aptos"/>
                <a:ea typeface="Aptos"/>
                <a:cs typeface="Aptos"/>
              </a:defRPr>
            </a:lvl9pPr>
          </a:lstStyle>
          <a:p xmlns:a="http://schemas.openxmlformats.org/drawingml/2006/main">
            <a:pPr algn="ctr">
              <a:defRPr sz="1500" b="1" i="0">
                <a:solidFill>
                  <a:srgbClr val="102B3F"/>
                </a:solidFill>
                <a:latin typeface="Aptos"/>
                <a:ea typeface="Aptos"/>
                <a:cs typeface="Aptos"/>
              </a:defRPr>
            </a:pPr>
            <a:r>
              <a:rPr sz="1500" b="1" i="0">
                <a:solidFill>
                  <a:srgbClr val="102B3F"/>
                </a:solidFill>
                <a:latin typeface="Aptos"/>
                <a:ea typeface="Aptos"/>
                <a:cs typeface="Aptos"/>
              </a:rPr>
              <a:t>63.0%</a:t>
            </a:r>
          </a:p>
        </p:txBody>
      </p:sp>
      <p:sp>
        <p:nvSpPr>
          <p:cNvPr id="28" name="">
            <a:extLst xmlns:a="http://schemas.openxmlformats.org/drawingml/2006/main">
              <a:ext uri="{FF2B5EF4-FFF2-40B4-BE49-F238E27FC236}">
                <a16:creationId xmlns:a16="http://schemas.microsoft.com/office/drawing/2014/main" id="{86CD17D7-7B07-40D4-A449-04F1F951BED6}"/>
              </a:ext>
            </a:extLst>
          </p:cNvPr>
          <p:cNvSpPr>
            <a:spLocks xmlns:a="http://schemas.openxmlformats.org/drawingml/2006/main" noGrp="1"/>
          </p:cNvSpPr>
          <p:nvPr/>
        </p:nvSpPr>
        <p:spPr>
          <a:xfrm xmlns:a="http://schemas.openxmlformats.org/drawingml/2006/main">
            <a:off x="6829425" y="3619500"/>
            <a:ext cx="1181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ctr">
              <a:defRPr sz="1500" b="1" i="0">
                <a:solidFill>
                  <a:srgbClr val="102B3F"/>
                </a:solidFill>
                <a:latin typeface="Aptos"/>
                <a:ea typeface="Aptos"/>
                <a:cs typeface="Aptos"/>
              </a:defRPr>
            </a:defPPr>
            <a:lvl1pPr algn="ctr">
              <a:defRPr sz="1500" b="1" i="0">
                <a:solidFill>
                  <a:srgbClr val="102B3F"/>
                </a:solidFill>
                <a:latin typeface="Aptos"/>
                <a:ea typeface="Aptos"/>
                <a:cs typeface="Aptos"/>
              </a:defRPr>
            </a:lvl1pPr>
            <a:lvl2pPr algn="ctr">
              <a:defRPr sz="1500" b="1" i="0">
                <a:solidFill>
                  <a:srgbClr val="102B3F"/>
                </a:solidFill>
                <a:latin typeface="Aptos"/>
                <a:ea typeface="Aptos"/>
                <a:cs typeface="Aptos"/>
              </a:defRPr>
            </a:lvl2pPr>
            <a:lvl3pPr algn="ctr">
              <a:defRPr sz="1500" b="1" i="0">
                <a:solidFill>
                  <a:srgbClr val="102B3F"/>
                </a:solidFill>
                <a:latin typeface="Aptos"/>
                <a:ea typeface="Aptos"/>
                <a:cs typeface="Aptos"/>
              </a:defRPr>
            </a:lvl3pPr>
            <a:lvl4pPr algn="ctr">
              <a:defRPr sz="1500" b="1" i="0">
                <a:solidFill>
                  <a:srgbClr val="102B3F"/>
                </a:solidFill>
                <a:latin typeface="Aptos"/>
                <a:ea typeface="Aptos"/>
                <a:cs typeface="Aptos"/>
              </a:defRPr>
            </a:lvl4pPr>
            <a:lvl5pPr algn="ctr">
              <a:defRPr sz="1500" b="1" i="0">
                <a:solidFill>
                  <a:srgbClr val="102B3F"/>
                </a:solidFill>
                <a:latin typeface="Aptos"/>
                <a:ea typeface="Aptos"/>
                <a:cs typeface="Aptos"/>
              </a:defRPr>
            </a:lvl5pPr>
            <a:lvl6pPr algn="ctr">
              <a:defRPr sz="1500" b="1" i="0">
                <a:solidFill>
                  <a:srgbClr val="102B3F"/>
                </a:solidFill>
                <a:latin typeface="Aptos"/>
                <a:ea typeface="Aptos"/>
                <a:cs typeface="Aptos"/>
              </a:defRPr>
            </a:lvl6pPr>
            <a:lvl7pPr algn="ctr">
              <a:defRPr sz="1500" b="1" i="0">
                <a:solidFill>
                  <a:srgbClr val="102B3F"/>
                </a:solidFill>
                <a:latin typeface="Aptos"/>
                <a:ea typeface="Aptos"/>
                <a:cs typeface="Aptos"/>
              </a:defRPr>
            </a:lvl7pPr>
            <a:lvl8pPr algn="ctr">
              <a:defRPr sz="1500" b="1" i="0">
                <a:solidFill>
                  <a:srgbClr val="102B3F"/>
                </a:solidFill>
                <a:latin typeface="Aptos"/>
                <a:ea typeface="Aptos"/>
                <a:cs typeface="Aptos"/>
              </a:defRPr>
            </a:lvl8pPr>
            <a:lvl9pPr algn="ctr">
              <a:defRPr sz="1500" b="1" i="0">
                <a:solidFill>
                  <a:srgbClr val="102B3F"/>
                </a:solidFill>
                <a:latin typeface="Aptos"/>
                <a:ea typeface="Aptos"/>
                <a:cs typeface="Aptos"/>
              </a:defRPr>
            </a:lvl9pPr>
          </a:lstStyle>
          <a:p xmlns:a="http://schemas.openxmlformats.org/drawingml/2006/main">
            <a:pPr algn="ctr">
              <a:defRPr sz="1500" b="1" i="0">
                <a:solidFill>
                  <a:srgbClr val="102B3F"/>
                </a:solidFill>
                <a:latin typeface="Aptos"/>
                <a:ea typeface="Aptos"/>
                <a:cs typeface="Aptos"/>
              </a:defRPr>
            </a:pPr>
            <a:r>
              <a:rPr sz="1500" b="1" i="0">
                <a:solidFill>
                  <a:srgbClr val="102B3F"/>
                </a:solidFill>
                <a:latin typeface="Aptos"/>
                <a:ea typeface="Aptos"/>
                <a:cs typeface="Aptos"/>
              </a:rPr>
              <a:t>61.7%</a:t>
            </a:r>
          </a:p>
        </p:txBody>
      </p:sp>
      <p:sp>
        <p:nvSpPr>
          <p:cNvPr id="29" name="">
            <a:extLst xmlns:a="http://schemas.openxmlformats.org/drawingml/2006/main">
              <a:ext uri="{FF2B5EF4-FFF2-40B4-BE49-F238E27FC236}">
                <a16:creationId xmlns:a16="http://schemas.microsoft.com/office/drawing/2014/main" id="{68D23C46-1431-4932-A9DC-54E4FFC65D50}"/>
              </a:ext>
            </a:extLst>
          </p:cNvPr>
          <p:cNvSpPr>
            <a:spLocks xmlns:a="http://schemas.openxmlformats.org/drawingml/2006/main" noGrp="1"/>
          </p:cNvSpPr>
          <p:nvPr/>
        </p:nvSpPr>
        <p:spPr>
          <a:xfrm xmlns:a="http://schemas.openxmlformats.org/drawingml/2006/main">
            <a:off x="9372600" y="3619500"/>
            <a:ext cx="1200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ctr">
              <a:defRPr sz="1500" b="1" i="0">
                <a:solidFill>
                  <a:srgbClr val="102B3F"/>
                </a:solidFill>
                <a:latin typeface="Aptos"/>
                <a:ea typeface="Aptos"/>
                <a:cs typeface="Aptos"/>
              </a:defRPr>
            </a:defPPr>
            <a:lvl1pPr algn="ctr">
              <a:defRPr sz="1500" b="1" i="0">
                <a:solidFill>
                  <a:srgbClr val="102B3F"/>
                </a:solidFill>
                <a:latin typeface="Aptos"/>
                <a:ea typeface="Aptos"/>
                <a:cs typeface="Aptos"/>
              </a:defRPr>
            </a:lvl1pPr>
            <a:lvl2pPr algn="ctr">
              <a:defRPr sz="1500" b="1" i="0">
                <a:solidFill>
                  <a:srgbClr val="102B3F"/>
                </a:solidFill>
                <a:latin typeface="Aptos"/>
                <a:ea typeface="Aptos"/>
                <a:cs typeface="Aptos"/>
              </a:defRPr>
            </a:lvl2pPr>
            <a:lvl3pPr algn="ctr">
              <a:defRPr sz="1500" b="1" i="0">
                <a:solidFill>
                  <a:srgbClr val="102B3F"/>
                </a:solidFill>
                <a:latin typeface="Aptos"/>
                <a:ea typeface="Aptos"/>
                <a:cs typeface="Aptos"/>
              </a:defRPr>
            </a:lvl3pPr>
            <a:lvl4pPr algn="ctr">
              <a:defRPr sz="1500" b="1" i="0">
                <a:solidFill>
                  <a:srgbClr val="102B3F"/>
                </a:solidFill>
                <a:latin typeface="Aptos"/>
                <a:ea typeface="Aptos"/>
                <a:cs typeface="Aptos"/>
              </a:defRPr>
            </a:lvl4pPr>
            <a:lvl5pPr algn="ctr">
              <a:defRPr sz="1500" b="1" i="0">
                <a:solidFill>
                  <a:srgbClr val="102B3F"/>
                </a:solidFill>
                <a:latin typeface="Aptos"/>
                <a:ea typeface="Aptos"/>
                <a:cs typeface="Aptos"/>
              </a:defRPr>
            </a:lvl5pPr>
            <a:lvl6pPr algn="ctr">
              <a:defRPr sz="1500" b="1" i="0">
                <a:solidFill>
                  <a:srgbClr val="102B3F"/>
                </a:solidFill>
                <a:latin typeface="Aptos"/>
                <a:ea typeface="Aptos"/>
                <a:cs typeface="Aptos"/>
              </a:defRPr>
            </a:lvl6pPr>
            <a:lvl7pPr algn="ctr">
              <a:defRPr sz="1500" b="1" i="0">
                <a:solidFill>
                  <a:srgbClr val="102B3F"/>
                </a:solidFill>
                <a:latin typeface="Aptos"/>
                <a:ea typeface="Aptos"/>
                <a:cs typeface="Aptos"/>
              </a:defRPr>
            </a:lvl7pPr>
            <a:lvl8pPr algn="ctr">
              <a:defRPr sz="1500" b="1" i="0">
                <a:solidFill>
                  <a:srgbClr val="102B3F"/>
                </a:solidFill>
                <a:latin typeface="Aptos"/>
                <a:ea typeface="Aptos"/>
                <a:cs typeface="Aptos"/>
              </a:defRPr>
            </a:lvl8pPr>
            <a:lvl9pPr algn="ctr">
              <a:defRPr sz="1500" b="1" i="0">
                <a:solidFill>
                  <a:srgbClr val="102B3F"/>
                </a:solidFill>
                <a:latin typeface="Aptos"/>
                <a:ea typeface="Aptos"/>
                <a:cs typeface="Aptos"/>
              </a:defRPr>
            </a:lvl9pPr>
          </a:lstStyle>
          <a:p xmlns:a="http://schemas.openxmlformats.org/drawingml/2006/main">
            <a:pPr algn="ctr">
              <a:defRPr sz="1500" b="1" i="0">
                <a:solidFill>
                  <a:srgbClr val="102B3F"/>
                </a:solidFill>
                <a:latin typeface="Aptos"/>
                <a:ea typeface="Aptos"/>
                <a:cs typeface="Aptos"/>
              </a:defRPr>
            </a:pPr>
            <a:r>
              <a:rPr sz="1500" b="1" i="0">
                <a:solidFill>
                  <a:srgbClr val="102B3F"/>
                </a:solidFill>
                <a:latin typeface="Aptos"/>
                <a:ea typeface="Aptos"/>
                <a:cs typeface="Aptos"/>
              </a:rPr>
              <a:t>68.7%</a:t>
            </a:r>
          </a:p>
        </p:txBody>
      </p:sp>
      <p:sp>
        <p:nvSpPr>
          <p:cNvPr id="30" name="">
            <a:extLst xmlns:a="http://schemas.openxmlformats.org/drawingml/2006/main">
              <a:ext uri="{FF2B5EF4-FFF2-40B4-BE49-F238E27FC236}">
                <a16:creationId xmlns:a16="http://schemas.microsoft.com/office/drawing/2014/main" id="{8C8274C7-30F4-4E61-97C6-BB74ED9C2406}"/>
              </a:ext>
            </a:extLst>
          </p:cNvPr>
          <p:cNvSpPr>
            <a:spLocks xmlns:a="http://schemas.openxmlformats.org/drawingml/2006/main" noGrp="1"/>
          </p:cNvSpPr>
          <p:nvPr/>
        </p:nvSpPr>
        <p:spPr>
          <a:xfrm xmlns:a="http://schemas.openxmlformats.org/drawingml/2006/main">
            <a:off x="685800" y="435292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75" b="0" i="0">
                <a:solidFill>
                  <a:srgbClr val="102B3F"/>
                </a:solidFill>
                <a:latin typeface="Aptos"/>
                <a:ea typeface="Aptos"/>
                <a:cs typeface="Aptos"/>
              </a:defRPr>
            </a:defPPr>
            <a:lvl1pPr algn="l">
              <a:defRPr sz="1575" b="0" i="0">
                <a:solidFill>
                  <a:srgbClr val="102B3F"/>
                </a:solidFill>
                <a:latin typeface="Aptos"/>
                <a:ea typeface="Aptos"/>
                <a:cs typeface="Aptos"/>
              </a:defRPr>
            </a:lvl1pPr>
            <a:lvl2pPr algn="l">
              <a:defRPr sz="1575" b="0" i="0">
                <a:solidFill>
                  <a:srgbClr val="102B3F"/>
                </a:solidFill>
                <a:latin typeface="Aptos"/>
                <a:ea typeface="Aptos"/>
                <a:cs typeface="Aptos"/>
              </a:defRPr>
            </a:lvl2pPr>
            <a:lvl3pPr algn="l">
              <a:defRPr sz="1575" b="0" i="0">
                <a:solidFill>
                  <a:srgbClr val="102B3F"/>
                </a:solidFill>
                <a:latin typeface="Aptos"/>
                <a:ea typeface="Aptos"/>
                <a:cs typeface="Aptos"/>
              </a:defRPr>
            </a:lvl3pPr>
            <a:lvl4pPr algn="l">
              <a:defRPr sz="1575" b="0" i="0">
                <a:solidFill>
                  <a:srgbClr val="102B3F"/>
                </a:solidFill>
                <a:latin typeface="Aptos"/>
                <a:ea typeface="Aptos"/>
                <a:cs typeface="Aptos"/>
              </a:defRPr>
            </a:lvl4pPr>
            <a:lvl5pPr algn="l">
              <a:defRPr sz="1575" b="0" i="0">
                <a:solidFill>
                  <a:srgbClr val="102B3F"/>
                </a:solidFill>
                <a:latin typeface="Aptos"/>
                <a:ea typeface="Aptos"/>
                <a:cs typeface="Aptos"/>
              </a:defRPr>
            </a:lvl5pPr>
            <a:lvl6pPr algn="l">
              <a:defRPr sz="1575" b="0" i="0">
                <a:solidFill>
                  <a:srgbClr val="102B3F"/>
                </a:solidFill>
                <a:latin typeface="Aptos"/>
                <a:ea typeface="Aptos"/>
                <a:cs typeface="Aptos"/>
              </a:defRPr>
            </a:lvl6pPr>
            <a:lvl7pPr algn="l">
              <a:defRPr sz="1575" b="0" i="0">
                <a:solidFill>
                  <a:srgbClr val="102B3F"/>
                </a:solidFill>
                <a:latin typeface="Aptos"/>
                <a:ea typeface="Aptos"/>
                <a:cs typeface="Aptos"/>
              </a:defRPr>
            </a:lvl7pPr>
            <a:lvl8pPr algn="l">
              <a:defRPr sz="1575" b="0" i="0">
                <a:solidFill>
                  <a:srgbClr val="102B3F"/>
                </a:solidFill>
                <a:latin typeface="Aptos"/>
                <a:ea typeface="Aptos"/>
                <a:cs typeface="Aptos"/>
              </a:defRPr>
            </a:lvl8pPr>
            <a:lvl9pPr algn="l">
              <a:defRPr sz="1575" b="0" i="0">
                <a:solidFill>
                  <a:srgbClr val="102B3F"/>
                </a:solidFill>
                <a:latin typeface="Aptos"/>
                <a:ea typeface="Aptos"/>
                <a:cs typeface="Aptos"/>
              </a:defRPr>
            </a:lvl9pPr>
          </a:lstStyle>
          <a:p xmlns:a="http://schemas.openxmlformats.org/drawingml/2006/main">
            <a:pPr algn="l">
              <a:defRPr sz="1575" b="0" i="0">
                <a:solidFill>
                  <a:srgbClr val="102B3F"/>
                </a:solidFill>
                <a:latin typeface="Aptos"/>
                <a:ea typeface="Aptos"/>
                <a:cs typeface="Aptos"/>
              </a:defRPr>
            </a:pPr>
            <a:r>
              <a:rPr sz="1575" b="0" i="0">
                <a:solidFill>
                  <a:srgbClr val="102B3F"/>
                </a:solidFill>
                <a:latin typeface="Aptos"/>
                <a:ea typeface="Aptos"/>
                <a:cs typeface="Aptos"/>
              </a:rPr>
              <a:t>Árbol</a:t>
            </a:r>
          </a:p>
        </p:txBody>
      </p:sp>
      <p:sp>
        <p:nvSpPr>
          <p:cNvPr id="31" name="">
            <a:extLst xmlns:a="http://schemas.openxmlformats.org/drawingml/2006/main">
              <a:ext uri="{FF2B5EF4-FFF2-40B4-BE49-F238E27FC236}">
                <a16:creationId xmlns:a16="http://schemas.microsoft.com/office/drawing/2014/main" id="{68E6AFB4-B721-446D-9E57-98BD6C9C8550}"/>
              </a:ext>
            </a:extLst>
          </p:cNvPr>
          <p:cNvSpPr>
            <a:spLocks xmlns:a="http://schemas.openxmlformats.org/drawingml/2006/main" noGrp="1"/>
          </p:cNvSpPr>
          <p:nvPr/>
        </p:nvSpPr>
        <p:spPr>
          <a:xfrm xmlns:a="http://schemas.openxmlformats.org/drawingml/2006/main">
            <a:off x="3514725" y="4429125"/>
            <a:ext cx="2057400" cy="190500"/>
          </a:xfrm>
          <a:prstGeom xmlns:a="http://schemas.openxmlformats.org/drawingml/2006/main" prst="roundRect">
            <a:avLst>
              <a:gd name="adj" fmla="val 40000"/>
            </a:avLst>
          </a:prstGeom>
          <a:solidFill xmlns:a="http://schemas.openxmlformats.org/drawingml/2006/main">
            <a:srgbClr val="E9EFF0"/>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BD01F740-35A9-400F-ADF3-57DAB9FCDD75}"/>
              </a:ext>
            </a:extLst>
          </p:cNvPr>
          <p:cNvSpPr>
            <a:spLocks xmlns:a="http://schemas.openxmlformats.org/drawingml/2006/main" noGrp="1"/>
          </p:cNvSpPr>
          <p:nvPr/>
        </p:nvSpPr>
        <p:spPr>
          <a:xfrm xmlns:a="http://schemas.openxmlformats.org/drawingml/2006/main">
            <a:off x="3514725" y="4429125"/>
            <a:ext cx="1185062" cy="190500"/>
          </a:xfrm>
          <a:prstGeom xmlns:a="http://schemas.openxmlformats.org/drawingml/2006/main" prst="roundRect">
            <a:avLst>
              <a:gd name="adj" fmla="val 40000"/>
            </a:avLst>
          </a:prstGeom>
          <a:solidFill xmlns:a="http://schemas.openxmlformats.org/drawingml/2006/main">
            <a:srgbClr val="D96C54"/>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67023976-9F7C-4723-A6FF-7908DDF568F2}"/>
              </a:ext>
            </a:extLst>
          </p:cNvPr>
          <p:cNvSpPr>
            <a:spLocks xmlns:a="http://schemas.openxmlformats.org/drawingml/2006/main" noGrp="1"/>
          </p:cNvSpPr>
          <p:nvPr/>
        </p:nvSpPr>
        <p:spPr>
          <a:xfrm xmlns:a="http://schemas.openxmlformats.org/drawingml/2006/main">
            <a:off x="5619750" y="4343400"/>
            <a:ext cx="914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ctr">
              <a:defRPr sz="1500" b="1" i="0">
                <a:solidFill>
                  <a:srgbClr val="102B3F"/>
                </a:solidFill>
                <a:latin typeface="Aptos"/>
                <a:ea typeface="Aptos"/>
                <a:cs typeface="Aptos"/>
              </a:defRPr>
            </a:defPPr>
            <a:lvl1pPr algn="ctr">
              <a:defRPr sz="1500" b="1" i="0">
                <a:solidFill>
                  <a:srgbClr val="102B3F"/>
                </a:solidFill>
                <a:latin typeface="Aptos"/>
                <a:ea typeface="Aptos"/>
                <a:cs typeface="Aptos"/>
              </a:defRPr>
            </a:lvl1pPr>
            <a:lvl2pPr algn="ctr">
              <a:defRPr sz="1500" b="1" i="0">
                <a:solidFill>
                  <a:srgbClr val="102B3F"/>
                </a:solidFill>
                <a:latin typeface="Aptos"/>
                <a:ea typeface="Aptos"/>
                <a:cs typeface="Aptos"/>
              </a:defRPr>
            </a:lvl2pPr>
            <a:lvl3pPr algn="ctr">
              <a:defRPr sz="1500" b="1" i="0">
                <a:solidFill>
                  <a:srgbClr val="102B3F"/>
                </a:solidFill>
                <a:latin typeface="Aptos"/>
                <a:ea typeface="Aptos"/>
                <a:cs typeface="Aptos"/>
              </a:defRPr>
            </a:lvl3pPr>
            <a:lvl4pPr algn="ctr">
              <a:defRPr sz="1500" b="1" i="0">
                <a:solidFill>
                  <a:srgbClr val="102B3F"/>
                </a:solidFill>
                <a:latin typeface="Aptos"/>
                <a:ea typeface="Aptos"/>
                <a:cs typeface="Aptos"/>
              </a:defRPr>
            </a:lvl4pPr>
            <a:lvl5pPr algn="ctr">
              <a:defRPr sz="1500" b="1" i="0">
                <a:solidFill>
                  <a:srgbClr val="102B3F"/>
                </a:solidFill>
                <a:latin typeface="Aptos"/>
                <a:ea typeface="Aptos"/>
                <a:cs typeface="Aptos"/>
              </a:defRPr>
            </a:lvl5pPr>
            <a:lvl6pPr algn="ctr">
              <a:defRPr sz="1500" b="1" i="0">
                <a:solidFill>
                  <a:srgbClr val="102B3F"/>
                </a:solidFill>
                <a:latin typeface="Aptos"/>
                <a:ea typeface="Aptos"/>
                <a:cs typeface="Aptos"/>
              </a:defRPr>
            </a:lvl6pPr>
            <a:lvl7pPr algn="ctr">
              <a:defRPr sz="1500" b="1" i="0">
                <a:solidFill>
                  <a:srgbClr val="102B3F"/>
                </a:solidFill>
                <a:latin typeface="Aptos"/>
                <a:ea typeface="Aptos"/>
                <a:cs typeface="Aptos"/>
              </a:defRPr>
            </a:lvl7pPr>
            <a:lvl8pPr algn="ctr">
              <a:defRPr sz="1500" b="1" i="0">
                <a:solidFill>
                  <a:srgbClr val="102B3F"/>
                </a:solidFill>
                <a:latin typeface="Aptos"/>
                <a:ea typeface="Aptos"/>
                <a:cs typeface="Aptos"/>
              </a:defRPr>
            </a:lvl8pPr>
            <a:lvl9pPr algn="ctr">
              <a:defRPr sz="1500" b="1" i="0">
                <a:solidFill>
                  <a:srgbClr val="102B3F"/>
                </a:solidFill>
                <a:latin typeface="Aptos"/>
                <a:ea typeface="Aptos"/>
                <a:cs typeface="Aptos"/>
              </a:defRPr>
            </a:lvl9pPr>
          </a:lstStyle>
          <a:p xmlns:a="http://schemas.openxmlformats.org/drawingml/2006/main">
            <a:pPr algn="ctr">
              <a:defRPr sz="1500" b="1" i="0">
                <a:solidFill>
                  <a:srgbClr val="102B3F"/>
                </a:solidFill>
                <a:latin typeface="Aptos"/>
                <a:ea typeface="Aptos"/>
                <a:cs typeface="Aptos"/>
              </a:defRPr>
            </a:pPr>
            <a:r>
              <a:rPr sz="1500" b="1" i="0">
                <a:solidFill>
                  <a:srgbClr val="102B3F"/>
                </a:solidFill>
                <a:latin typeface="Aptos"/>
                <a:ea typeface="Aptos"/>
                <a:cs typeface="Aptos"/>
              </a:rPr>
              <a:t>57.6%</a:t>
            </a:r>
          </a:p>
        </p:txBody>
      </p:sp>
      <p:sp>
        <p:nvSpPr>
          <p:cNvPr id="34" name="">
            <a:extLst xmlns:a="http://schemas.openxmlformats.org/drawingml/2006/main">
              <a:ext uri="{FF2B5EF4-FFF2-40B4-BE49-F238E27FC236}">
                <a16:creationId xmlns:a16="http://schemas.microsoft.com/office/drawing/2014/main" id="{C025F8E6-A88A-4EC2-B2A9-43EDC3092A5A}"/>
              </a:ext>
            </a:extLst>
          </p:cNvPr>
          <p:cNvSpPr>
            <a:spLocks xmlns:a="http://schemas.openxmlformats.org/drawingml/2006/main" noGrp="1"/>
          </p:cNvSpPr>
          <p:nvPr/>
        </p:nvSpPr>
        <p:spPr>
          <a:xfrm xmlns:a="http://schemas.openxmlformats.org/drawingml/2006/main">
            <a:off x="6829425" y="4343400"/>
            <a:ext cx="1181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ctr">
              <a:defRPr sz="1500" b="1" i="0">
                <a:solidFill>
                  <a:srgbClr val="102B3F"/>
                </a:solidFill>
                <a:latin typeface="Aptos"/>
                <a:ea typeface="Aptos"/>
                <a:cs typeface="Aptos"/>
              </a:defRPr>
            </a:defPPr>
            <a:lvl1pPr algn="ctr">
              <a:defRPr sz="1500" b="1" i="0">
                <a:solidFill>
                  <a:srgbClr val="102B3F"/>
                </a:solidFill>
                <a:latin typeface="Aptos"/>
                <a:ea typeface="Aptos"/>
                <a:cs typeface="Aptos"/>
              </a:defRPr>
            </a:lvl1pPr>
            <a:lvl2pPr algn="ctr">
              <a:defRPr sz="1500" b="1" i="0">
                <a:solidFill>
                  <a:srgbClr val="102B3F"/>
                </a:solidFill>
                <a:latin typeface="Aptos"/>
                <a:ea typeface="Aptos"/>
                <a:cs typeface="Aptos"/>
              </a:defRPr>
            </a:lvl2pPr>
            <a:lvl3pPr algn="ctr">
              <a:defRPr sz="1500" b="1" i="0">
                <a:solidFill>
                  <a:srgbClr val="102B3F"/>
                </a:solidFill>
                <a:latin typeface="Aptos"/>
                <a:ea typeface="Aptos"/>
                <a:cs typeface="Aptos"/>
              </a:defRPr>
            </a:lvl3pPr>
            <a:lvl4pPr algn="ctr">
              <a:defRPr sz="1500" b="1" i="0">
                <a:solidFill>
                  <a:srgbClr val="102B3F"/>
                </a:solidFill>
                <a:latin typeface="Aptos"/>
                <a:ea typeface="Aptos"/>
                <a:cs typeface="Aptos"/>
              </a:defRPr>
            </a:lvl4pPr>
            <a:lvl5pPr algn="ctr">
              <a:defRPr sz="1500" b="1" i="0">
                <a:solidFill>
                  <a:srgbClr val="102B3F"/>
                </a:solidFill>
                <a:latin typeface="Aptos"/>
                <a:ea typeface="Aptos"/>
                <a:cs typeface="Aptos"/>
              </a:defRPr>
            </a:lvl5pPr>
            <a:lvl6pPr algn="ctr">
              <a:defRPr sz="1500" b="1" i="0">
                <a:solidFill>
                  <a:srgbClr val="102B3F"/>
                </a:solidFill>
                <a:latin typeface="Aptos"/>
                <a:ea typeface="Aptos"/>
                <a:cs typeface="Aptos"/>
              </a:defRPr>
            </a:lvl6pPr>
            <a:lvl7pPr algn="ctr">
              <a:defRPr sz="1500" b="1" i="0">
                <a:solidFill>
                  <a:srgbClr val="102B3F"/>
                </a:solidFill>
                <a:latin typeface="Aptos"/>
                <a:ea typeface="Aptos"/>
                <a:cs typeface="Aptos"/>
              </a:defRPr>
            </a:lvl7pPr>
            <a:lvl8pPr algn="ctr">
              <a:defRPr sz="1500" b="1" i="0">
                <a:solidFill>
                  <a:srgbClr val="102B3F"/>
                </a:solidFill>
                <a:latin typeface="Aptos"/>
                <a:ea typeface="Aptos"/>
                <a:cs typeface="Aptos"/>
              </a:defRPr>
            </a:lvl8pPr>
            <a:lvl9pPr algn="ctr">
              <a:defRPr sz="1500" b="1" i="0">
                <a:solidFill>
                  <a:srgbClr val="102B3F"/>
                </a:solidFill>
                <a:latin typeface="Aptos"/>
                <a:ea typeface="Aptos"/>
                <a:cs typeface="Aptos"/>
              </a:defRPr>
            </a:lvl9pPr>
          </a:lstStyle>
          <a:p xmlns:a="http://schemas.openxmlformats.org/drawingml/2006/main">
            <a:pPr algn="ctr">
              <a:defRPr sz="1500" b="1" i="0">
                <a:solidFill>
                  <a:srgbClr val="102B3F"/>
                </a:solidFill>
                <a:latin typeface="Aptos"/>
                <a:ea typeface="Aptos"/>
                <a:cs typeface="Aptos"/>
              </a:defRPr>
            </a:pPr>
            <a:r>
              <a:rPr sz="1500" b="1" i="0">
                <a:solidFill>
                  <a:srgbClr val="102B3F"/>
                </a:solidFill>
                <a:latin typeface="Aptos"/>
                <a:ea typeface="Aptos"/>
                <a:cs typeface="Aptos"/>
              </a:rPr>
              <a:t>57.1%</a:t>
            </a:r>
          </a:p>
        </p:txBody>
      </p:sp>
      <p:sp>
        <p:nvSpPr>
          <p:cNvPr id="35" name="">
            <a:extLst xmlns:a="http://schemas.openxmlformats.org/drawingml/2006/main">
              <a:ext uri="{FF2B5EF4-FFF2-40B4-BE49-F238E27FC236}">
                <a16:creationId xmlns:a16="http://schemas.microsoft.com/office/drawing/2014/main" id="{AB16236A-7B4B-4BC1-94F9-F88C4A7FEDE2}"/>
              </a:ext>
            </a:extLst>
          </p:cNvPr>
          <p:cNvSpPr>
            <a:spLocks xmlns:a="http://schemas.openxmlformats.org/drawingml/2006/main" noGrp="1"/>
          </p:cNvSpPr>
          <p:nvPr/>
        </p:nvSpPr>
        <p:spPr>
          <a:xfrm xmlns:a="http://schemas.openxmlformats.org/drawingml/2006/main">
            <a:off x="9372600" y="4343400"/>
            <a:ext cx="1200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ctr">
              <a:defRPr sz="1500" b="1" i="0">
                <a:solidFill>
                  <a:srgbClr val="102B3F"/>
                </a:solidFill>
                <a:latin typeface="Aptos"/>
                <a:ea typeface="Aptos"/>
                <a:cs typeface="Aptos"/>
              </a:defRPr>
            </a:defPPr>
            <a:lvl1pPr algn="ctr">
              <a:defRPr sz="1500" b="1" i="0">
                <a:solidFill>
                  <a:srgbClr val="102B3F"/>
                </a:solidFill>
                <a:latin typeface="Aptos"/>
                <a:ea typeface="Aptos"/>
                <a:cs typeface="Aptos"/>
              </a:defRPr>
            </a:lvl1pPr>
            <a:lvl2pPr algn="ctr">
              <a:defRPr sz="1500" b="1" i="0">
                <a:solidFill>
                  <a:srgbClr val="102B3F"/>
                </a:solidFill>
                <a:latin typeface="Aptos"/>
                <a:ea typeface="Aptos"/>
                <a:cs typeface="Aptos"/>
              </a:defRPr>
            </a:lvl2pPr>
            <a:lvl3pPr algn="ctr">
              <a:defRPr sz="1500" b="1" i="0">
                <a:solidFill>
                  <a:srgbClr val="102B3F"/>
                </a:solidFill>
                <a:latin typeface="Aptos"/>
                <a:ea typeface="Aptos"/>
                <a:cs typeface="Aptos"/>
              </a:defRPr>
            </a:lvl3pPr>
            <a:lvl4pPr algn="ctr">
              <a:defRPr sz="1500" b="1" i="0">
                <a:solidFill>
                  <a:srgbClr val="102B3F"/>
                </a:solidFill>
                <a:latin typeface="Aptos"/>
                <a:ea typeface="Aptos"/>
                <a:cs typeface="Aptos"/>
              </a:defRPr>
            </a:lvl4pPr>
            <a:lvl5pPr algn="ctr">
              <a:defRPr sz="1500" b="1" i="0">
                <a:solidFill>
                  <a:srgbClr val="102B3F"/>
                </a:solidFill>
                <a:latin typeface="Aptos"/>
                <a:ea typeface="Aptos"/>
                <a:cs typeface="Aptos"/>
              </a:defRPr>
            </a:lvl5pPr>
            <a:lvl6pPr algn="ctr">
              <a:defRPr sz="1500" b="1" i="0">
                <a:solidFill>
                  <a:srgbClr val="102B3F"/>
                </a:solidFill>
                <a:latin typeface="Aptos"/>
                <a:ea typeface="Aptos"/>
                <a:cs typeface="Aptos"/>
              </a:defRPr>
            </a:lvl6pPr>
            <a:lvl7pPr algn="ctr">
              <a:defRPr sz="1500" b="1" i="0">
                <a:solidFill>
                  <a:srgbClr val="102B3F"/>
                </a:solidFill>
                <a:latin typeface="Aptos"/>
                <a:ea typeface="Aptos"/>
                <a:cs typeface="Aptos"/>
              </a:defRPr>
            </a:lvl7pPr>
            <a:lvl8pPr algn="ctr">
              <a:defRPr sz="1500" b="1" i="0">
                <a:solidFill>
                  <a:srgbClr val="102B3F"/>
                </a:solidFill>
                <a:latin typeface="Aptos"/>
                <a:ea typeface="Aptos"/>
                <a:cs typeface="Aptos"/>
              </a:defRPr>
            </a:lvl8pPr>
            <a:lvl9pPr algn="ctr">
              <a:defRPr sz="1500" b="1" i="0">
                <a:solidFill>
                  <a:srgbClr val="102B3F"/>
                </a:solidFill>
                <a:latin typeface="Aptos"/>
                <a:ea typeface="Aptos"/>
                <a:cs typeface="Aptos"/>
              </a:defRPr>
            </a:lvl9pPr>
          </a:lstStyle>
          <a:p xmlns:a="http://schemas.openxmlformats.org/drawingml/2006/main">
            <a:pPr algn="ctr">
              <a:defRPr sz="1500" b="1" i="0">
                <a:solidFill>
                  <a:srgbClr val="102B3F"/>
                </a:solidFill>
                <a:latin typeface="Aptos"/>
                <a:ea typeface="Aptos"/>
                <a:cs typeface="Aptos"/>
              </a:defRPr>
            </a:pPr>
            <a:r>
              <a:rPr sz="1500" b="1" i="0">
                <a:solidFill>
                  <a:srgbClr val="102B3F"/>
                </a:solidFill>
                <a:latin typeface="Aptos"/>
                <a:ea typeface="Aptos"/>
                <a:cs typeface="Aptos"/>
              </a:rPr>
              <a:t>58.8%</a:t>
            </a:r>
          </a:p>
        </p:txBody>
      </p:sp>
      <p:sp>
        <p:nvSpPr>
          <p:cNvPr id="36" name="">
            <a:extLst xmlns:a="http://schemas.openxmlformats.org/drawingml/2006/main">
              <a:ext uri="{FF2B5EF4-FFF2-40B4-BE49-F238E27FC236}">
                <a16:creationId xmlns:a16="http://schemas.microsoft.com/office/drawing/2014/main" id="{2F8FCB4C-450C-4089-8AEE-E58A92DDFB4F}"/>
              </a:ext>
            </a:extLst>
          </p:cNvPr>
          <p:cNvSpPr>
            <a:spLocks xmlns:a="http://schemas.openxmlformats.org/drawingml/2006/main" noGrp="1"/>
          </p:cNvSpPr>
          <p:nvPr/>
        </p:nvSpPr>
        <p:spPr>
          <a:xfrm xmlns:a="http://schemas.openxmlformats.org/drawingml/2006/main">
            <a:off x="514350" y="5153025"/>
            <a:ext cx="10991850" cy="19050"/>
          </a:xfrm>
          <a:prstGeom xmlns:a="http://schemas.openxmlformats.org/drawingml/2006/main" prst="rect">
            <a:avLst/>
          </a:prstGeom>
          <a:solidFill xmlns:a="http://schemas.openxmlformats.org/drawingml/2006/main">
            <a:srgbClr val="D9E1E4"/>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AC935C16-3CEF-4310-B286-6D15AF241DB4}"/>
              </a:ext>
            </a:extLst>
          </p:cNvPr>
          <p:cNvSpPr>
            <a:spLocks xmlns:a="http://schemas.openxmlformats.org/drawingml/2006/main" noGrp="1"/>
          </p:cNvSpPr>
          <p:nvPr/>
        </p:nvSpPr>
        <p:spPr>
          <a:xfrm xmlns:a="http://schemas.openxmlformats.org/drawingml/2006/main">
            <a:off x="552450" y="5381625"/>
            <a:ext cx="1071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350" b="1" i="0">
                <a:solidFill>
                  <a:srgbClr val="102B3F"/>
                </a:solidFill>
                <a:latin typeface="Aptos"/>
                <a:ea typeface="Aptos"/>
                <a:cs typeface="Aptos"/>
              </a:defRPr>
            </a:defPPr>
            <a:lvl1pPr algn="l">
              <a:defRPr sz="1350" b="1" i="0">
                <a:solidFill>
                  <a:srgbClr val="102B3F"/>
                </a:solidFill>
                <a:latin typeface="Aptos"/>
                <a:ea typeface="Aptos"/>
                <a:cs typeface="Aptos"/>
              </a:defRPr>
            </a:lvl1pPr>
            <a:lvl2pPr algn="l">
              <a:defRPr sz="1350" b="1" i="0">
                <a:solidFill>
                  <a:srgbClr val="102B3F"/>
                </a:solidFill>
                <a:latin typeface="Aptos"/>
                <a:ea typeface="Aptos"/>
                <a:cs typeface="Aptos"/>
              </a:defRPr>
            </a:lvl2pPr>
            <a:lvl3pPr algn="l">
              <a:defRPr sz="1350" b="1" i="0">
                <a:solidFill>
                  <a:srgbClr val="102B3F"/>
                </a:solidFill>
                <a:latin typeface="Aptos"/>
                <a:ea typeface="Aptos"/>
                <a:cs typeface="Aptos"/>
              </a:defRPr>
            </a:lvl3pPr>
            <a:lvl4pPr algn="l">
              <a:defRPr sz="1350" b="1" i="0">
                <a:solidFill>
                  <a:srgbClr val="102B3F"/>
                </a:solidFill>
                <a:latin typeface="Aptos"/>
                <a:ea typeface="Aptos"/>
                <a:cs typeface="Aptos"/>
              </a:defRPr>
            </a:lvl4pPr>
            <a:lvl5pPr algn="l">
              <a:defRPr sz="1350" b="1" i="0">
                <a:solidFill>
                  <a:srgbClr val="102B3F"/>
                </a:solidFill>
                <a:latin typeface="Aptos"/>
                <a:ea typeface="Aptos"/>
                <a:cs typeface="Aptos"/>
              </a:defRPr>
            </a:lvl5pPr>
            <a:lvl6pPr algn="l">
              <a:defRPr sz="1350" b="1" i="0">
                <a:solidFill>
                  <a:srgbClr val="102B3F"/>
                </a:solidFill>
                <a:latin typeface="Aptos"/>
                <a:ea typeface="Aptos"/>
                <a:cs typeface="Aptos"/>
              </a:defRPr>
            </a:lvl6pPr>
            <a:lvl7pPr algn="l">
              <a:defRPr sz="1350" b="1" i="0">
                <a:solidFill>
                  <a:srgbClr val="102B3F"/>
                </a:solidFill>
                <a:latin typeface="Aptos"/>
                <a:ea typeface="Aptos"/>
                <a:cs typeface="Aptos"/>
              </a:defRPr>
            </a:lvl7pPr>
            <a:lvl8pPr algn="l">
              <a:defRPr sz="1350" b="1" i="0">
                <a:solidFill>
                  <a:srgbClr val="102B3F"/>
                </a:solidFill>
                <a:latin typeface="Aptos"/>
                <a:ea typeface="Aptos"/>
                <a:cs typeface="Aptos"/>
              </a:defRPr>
            </a:lvl8pPr>
            <a:lvl9pPr algn="l">
              <a:defRPr sz="1350" b="1" i="0">
                <a:solidFill>
                  <a:srgbClr val="102B3F"/>
                </a:solidFill>
                <a:latin typeface="Aptos"/>
                <a:ea typeface="Aptos"/>
                <a:cs typeface="Aptos"/>
              </a:defRPr>
            </a:lvl9pPr>
          </a:lstStyle>
          <a:p xmlns:a="http://schemas.openxmlformats.org/drawingml/2006/main">
            <a:pPr algn="l">
              <a:defRPr sz="1350" b="1" i="0">
                <a:solidFill>
                  <a:srgbClr val="102B3F"/>
                </a:solidFill>
                <a:latin typeface="Aptos"/>
                <a:ea typeface="Aptos"/>
                <a:cs typeface="Aptos"/>
              </a:defRPr>
            </a:pPr>
            <a:r>
              <a:rPr sz="1350" b="1" i="0">
                <a:solidFill>
                  <a:srgbClr val="102B3F"/>
                </a:solidFill>
                <a:latin typeface="Aptos"/>
                <a:ea typeface="Aptos"/>
                <a:cs typeface="Aptos"/>
              </a:rPr>
              <a:t>Referencia: anunciar siempre “éxito” logra 56,0% accuracy, pero F1 macro de solo 35,9%.</a:t>
            </a:r>
          </a:p>
        </p:txBody>
      </p:sp>
      <p:sp>
        <p:nvSpPr>
          <p:cNvPr id="38" name="">
            <a:extLst xmlns:a="http://schemas.openxmlformats.org/drawingml/2006/main">
              <a:ext uri="{FF2B5EF4-FFF2-40B4-BE49-F238E27FC236}">
                <a16:creationId xmlns:a16="http://schemas.microsoft.com/office/drawing/2014/main" id="{5247725B-C624-4C00-B731-F57A335313A8}"/>
              </a:ext>
            </a:extLst>
          </p:cNvPr>
          <p:cNvSpPr>
            <a:spLocks xmlns:a="http://schemas.openxmlformats.org/drawingml/2006/main" noGrp="1"/>
          </p:cNvSpPr>
          <p:nvPr/>
        </p:nvSpPr>
        <p:spPr>
          <a:xfrm xmlns:a="http://schemas.openxmlformats.org/drawingml/2006/main">
            <a:off x="552450" y="5819775"/>
            <a:ext cx="107156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00" b="0" i="0">
                <a:solidFill>
                  <a:srgbClr val="5D7180"/>
                </a:solidFill>
                <a:latin typeface="Aptos"/>
                <a:ea typeface="Aptos"/>
                <a:cs typeface="Aptos"/>
              </a:defRPr>
            </a:defPPr>
            <a:lvl1pPr algn="l">
              <a:defRPr sz="1200" b="0" i="0">
                <a:solidFill>
                  <a:srgbClr val="5D7180"/>
                </a:solidFill>
                <a:latin typeface="Aptos"/>
                <a:ea typeface="Aptos"/>
                <a:cs typeface="Aptos"/>
              </a:defRPr>
            </a:lvl1pPr>
            <a:lvl2pPr algn="l">
              <a:defRPr sz="1200" b="0" i="0">
                <a:solidFill>
                  <a:srgbClr val="5D7180"/>
                </a:solidFill>
                <a:latin typeface="Aptos"/>
                <a:ea typeface="Aptos"/>
                <a:cs typeface="Aptos"/>
              </a:defRPr>
            </a:lvl2pPr>
            <a:lvl3pPr algn="l">
              <a:defRPr sz="1200" b="0" i="0">
                <a:solidFill>
                  <a:srgbClr val="5D7180"/>
                </a:solidFill>
                <a:latin typeface="Aptos"/>
                <a:ea typeface="Aptos"/>
                <a:cs typeface="Aptos"/>
              </a:defRPr>
            </a:lvl3pPr>
            <a:lvl4pPr algn="l">
              <a:defRPr sz="1200" b="0" i="0">
                <a:solidFill>
                  <a:srgbClr val="5D7180"/>
                </a:solidFill>
                <a:latin typeface="Aptos"/>
                <a:ea typeface="Aptos"/>
                <a:cs typeface="Aptos"/>
              </a:defRPr>
            </a:lvl4pPr>
            <a:lvl5pPr algn="l">
              <a:defRPr sz="1200" b="0" i="0">
                <a:solidFill>
                  <a:srgbClr val="5D7180"/>
                </a:solidFill>
                <a:latin typeface="Aptos"/>
                <a:ea typeface="Aptos"/>
                <a:cs typeface="Aptos"/>
              </a:defRPr>
            </a:lvl5pPr>
            <a:lvl6pPr algn="l">
              <a:defRPr sz="1200" b="0" i="0">
                <a:solidFill>
                  <a:srgbClr val="5D7180"/>
                </a:solidFill>
                <a:latin typeface="Aptos"/>
                <a:ea typeface="Aptos"/>
                <a:cs typeface="Aptos"/>
              </a:defRPr>
            </a:lvl6pPr>
            <a:lvl7pPr algn="l">
              <a:defRPr sz="1200" b="0" i="0">
                <a:solidFill>
                  <a:srgbClr val="5D7180"/>
                </a:solidFill>
                <a:latin typeface="Aptos"/>
                <a:ea typeface="Aptos"/>
                <a:cs typeface="Aptos"/>
              </a:defRPr>
            </a:lvl7pPr>
            <a:lvl8pPr algn="l">
              <a:defRPr sz="1200" b="0" i="0">
                <a:solidFill>
                  <a:srgbClr val="5D7180"/>
                </a:solidFill>
                <a:latin typeface="Aptos"/>
                <a:ea typeface="Aptos"/>
                <a:cs typeface="Aptos"/>
              </a:defRPr>
            </a:lvl8pPr>
            <a:lvl9pPr algn="l">
              <a:defRPr sz="1200" b="0" i="0">
                <a:solidFill>
                  <a:srgbClr val="5D7180"/>
                </a:solidFill>
                <a:latin typeface="Aptos"/>
                <a:ea typeface="Aptos"/>
                <a:cs typeface="Aptos"/>
              </a:defRPr>
            </a:lvl9pPr>
          </a:lstStyle>
          <a:p xmlns:a="http://schemas.openxmlformats.org/drawingml/2006/main">
            <a:pPr algn="l">
              <a:defRPr sz="1200" b="0" i="0">
                <a:solidFill>
                  <a:srgbClr val="5D7180"/>
                </a:solidFill>
                <a:latin typeface="Aptos"/>
                <a:ea typeface="Aptos"/>
                <a:cs typeface="Aptos"/>
              </a:defRPr>
            </a:pPr>
            <a:r>
              <a:rPr sz="1200" b="0" i="0">
                <a:solidFill>
                  <a:srgbClr val="5D7180"/>
                </a:solidFill>
                <a:latin typeface="Aptos"/>
                <a:ea typeface="Aptos"/>
                <a:cs typeface="Aptos"/>
              </a:rPr>
              <a:t>Accuracy cuenta aciertos; F1 macro promedia el desempeño de ambas clases.</a:t>
            </a:r>
          </a:p>
        </p:txBody>
      </p:sp>
      <p:sp>
        <p:nvSpPr>
          <p:cNvPr id="39" name="">
            <a:extLst xmlns:a="http://schemas.openxmlformats.org/drawingml/2006/main">
              <a:ext uri="{FF2B5EF4-FFF2-40B4-BE49-F238E27FC236}">
                <a16:creationId xmlns:a16="http://schemas.microsoft.com/office/drawing/2014/main" id="{A55C7746-5EE7-4AAE-BAC6-15D18C81CA68}"/>
              </a:ext>
            </a:extLst>
          </p:cNvPr>
          <p:cNvSpPr>
            <a:spLocks xmlns:a="http://schemas.openxmlformats.org/drawingml/2006/main" noGrp="1"/>
          </p:cNvSpPr>
          <p:nvPr/>
        </p:nvSpPr>
        <p:spPr>
          <a:xfrm xmlns:a="http://schemas.openxmlformats.org/drawingml/2006/main">
            <a:off x="514350" y="64198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900" b="1" i="0">
                <a:solidFill>
                  <a:srgbClr val="5D7180"/>
                </a:solidFill>
                <a:latin typeface="Aptos"/>
                <a:ea typeface="Aptos"/>
                <a:cs typeface="Aptos"/>
              </a:defRPr>
            </a:defPPr>
            <a:lvl1pPr algn="l">
              <a:defRPr sz="900" b="1" i="0">
                <a:solidFill>
                  <a:srgbClr val="5D7180"/>
                </a:solidFill>
                <a:latin typeface="Aptos"/>
                <a:ea typeface="Aptos"/>
                <a:cs typeface="Aptos"/>
              </a:defRPr>
            </a:lvl1pPr>
            <a:lvl2pPr algn="l">
              <a:defRPr sz="900" b="1" i="0">
                <a:solidFill>
                  <a:srgbClr val="5D7180"/>
                </a:solidFill>
                <a:latin typeface="Aptos"/>
                <a:ea typeface="Aptos"/>
                <a:cs typeface="Aptos"/>
              </a:defRPr>
            </a:lvl2pPr>
            <a:lvl3pPr algn="l">
              <a:defRPr sz="900" b="1" i="0">
                <a:solidFill>
                  <a:srgbClr val="5D7180"/>
                </a:solidFill>
                <a:latin typeface="Aptos"/>
                <a:ea typeface="Aptos"/>
                <a:cs typeface="Aptos"/>
              </a:defRPr>
            </a:lvl3pPr>
            <a:lvl4pPr algn="l">
              <a:defRPr sz="900" b="1" i="0">
                <a:solidFill>
                  <a:srgbClr val="5D7180"/>
                </a:solidFill>
                <a:latin typeface="Aptos"/>
                <a:ea typeface="Aptos"/>
                <a:cs typeface="Aptos"/>
              </a:defRPr>
            </a:lvl4pPr>
            <a:lvl5pPr algn="l">
              <a:defRPr sz="900" b="1" i="0">
                <a:solidFill>
                  <a:srgbClr val="5D7180"/>
                </a:solidFill>
                <a:latin typeface="Aptos"/>
                <a:ea typeface="Aptos"/>
                <a:cs typeface="Aptos"/>
              </a:defRPr>
            </a:lvl5pPr>
            <a:lvl6pPr algn="l">
              <a:defRPr sz="900" b="1" i="0">
                <a:solidFill>
                  <a:srgbClr val="5D7180"/>
                </a:solidFill>
                <a:latin typeface="Aptos"/>
                <a:ea typeface="Aptos"/>
                <a:cs typeface="Aptos"/>
              </a:defRPr>
            </a:lvl6pPr>
            <a:lvl7pPr algn="l">
              <a:defRPr sz="900" b="1" i="0">
                <a:solidFill>
                  <a:srgbClr val="5D7180"/>
                </a:solidFill>
                <a:latin typeface="Aptos"/>
                <a:ea typeface="Aptos"/>
                <a:cs typeface="Aptos"/>
              </a:defRPr>
            </a:lvl7pPr>
            <a:lvl8pPr algn="l">
              <a:defRPr sz="900" b="1" i="0">
                <a:solidFill>
                  <a:srgbClr val="5D7180"/>
                </a:solidFill>
                <a:latin typeface="Aptos"/>
                <a:ea typeface="Aptos"/>
                <a:cs typeface="Aptos"/>
              </a:defRPr>
            </a:lvl8pPr>
            <a:lvl9pPr algn="l">
              <a:defRPr sz="900" b="1" i="0">
                <a:solidFill>
                  <a:srgbClr val="5D7180"/>
                </a:solidFill>
                <a:latin typeface="Aptos"/>
                <a:ea typeface="Aptos"/>
                <a:cs typeface="Aptos"/>
              </a:defRPr>
            </a:lvl9pPr>
          </a:lstStyle>
          <a:p xmlns:a="http://schemas.openxmlformats.org/drawingml/2006/main">
            <a:pPr algn="l">
              <a:defRPr sz="900" b="1" i="0">
                <a:solidFill>
                  <a:srgbClr val="5D7180"/>
                </a:solidFill>
                <a:latin typeface="Aptos"/>
                <a:ea typeface="Aptos"/>
                <a:cs typeface="Aptos"/>
              </a:defRPr>
            </a:pPr>
            <a:r>
              <a:rPr sz="900" b="1" i="0">
                <a:solidFill>
                  <a:srgbClr val="5D7180"/>
                </a:solidFill>
                <a:latin typeface="Aptos"/>
                <a:ea typeface="Aptos"/>
                <a:cs typeface="Aptos"/>
              </a:rPr>
              <a:t>PROYECTO INTEGRADOR · MACHINE LEARNING</a:t>
            </a:r>
          </a:p>
        </p:txBody>
      </p:sp>
      <p:sp>
        <p:nvSpPr>
          <p:cNvPr id="40" name="">
            <a:extLst xmlns:a="http://schemas.openxmlformats.org/drawingml/2006/main">
              <a:ext uri="{FF2B5EF4-FFF2-40B4-BE49-F238E27FC236}">
                <a16:creationId xmlns:a16="http://schemas.microsoft.com/office/drawing/2014/main" id="{749EB4AD-0833-4EB1-9F62-9AF2DDDB02A8}"/>
              </a:ext>
            </a:extLst>
          </p:cNvPr>
          <p:cNvSpPr>
            <a:spLocks xmlns:a="http://schemas.openxmlformats.org/drawingml/2006/main" noGrp="1"/>
          </p:cNvSpPr>
          <p:nvPr/>
        </p:nvSpPr>
        <p:spPr>
          <a:xfrm xmlns:a="http://schemas.openxmlformats.org/drawingml/2006/main">
            <a:off x="11163300" y="64198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r">
              <a:defRPr sz="900" b="1" i="0">
                <a:solidFill>
                  <a:srgbClr val="5D7180"/>
                </a:solidFill>
                <a:latin typeface="Aptos"/>
                <a:ea typeface="Aptos"/>
                <a:cs typeface="Aptos"/>
              </a:defRPr>
            </a:defPPr>
            <a:lvl1pPr algn="r">
              <a:defRPr sz="900" b="1" i="0">
                <a:solidFill>
                  <a:srgbClr val="5D7180"/>
                </a:solidFill>
                <a:latin typeface="Aptos"/>
                <a:ea typeface="Aptos"/>
                <a:cs typeface="Aptos"/>
              </a:defRPr>
            </a:lvl1pPr>
            <a:lvl2pPr algn="r">
              <a:defRPr sz="900" b="1" i="0">
                <a:solidFill>
                  <a:srgbClr val="5D7180"/>
                </a:solidFill>
                <a:latin typeface="Aptos"/>
                <a:ea typeface="Aptos"/>
                <a:cs typeface="Aptos"/>
              </a:defRPr>
            </a:lvl2pPr>
            <a:lvl3pPr algn="r">
              <a:defRPr sz="900" b="1" i="0">
                <a:solidFill>
                  <a:srgbClr val="5D7180"/>
                </a:solidFill>
                <a:latin typeface="Aptos"/>
                <a:ea typeface="Aptos"/>
                <a:cs typeface="Aptos"/>
              </a:defRPr>
            </a:lvl3pPr>
            <a:lvl4pPr algn="r">
              <a:defRPr sz="900" b="1" i="0">
                <a:solidFill>
                  <a:srgbClr val="5D7180"/>
                </a:solidFill>
                <a:latin typeface="Aptos"/>
                <a:ea typeface="Aptos"/>
                <a:cs typeface="Aptos"/>
              </a:defRPr>
            </a:lvl4pPr>
            <a:lvl5pPr algn="r">
              <a:defRPr sz="900" b="1" i="0">
                <a:solidFill>
                  <a:srgbClr val="5D7180"/>
                </a:solidFill>
                <a:latin typeface="Aptos"/>
                <a:ea typeface="Aptos"/>
                <a:cs typeface="Aptos"/>
              </a:defRPr>
            </a:lvl5pPr>
            <a:lvl6pPr algn="r">
              <a:defRPr sz="900" b="1" i="0">
                <a:solidFill>
                  <a:srgbClr val="5D7180"/>
                </a:solidFill>
                <a:latin typeface="Aptos"/>
                <a:ea typeface="Aptos"/>
                <a:cs typeface="Aptos"/>
              </a:defRPr>
            </a:lvl6pPr>
            <a:lvl7pPr algn="r">
              <a:defRPr sz="900" b="1" i="0">
                <a:solidFill>
                  <a:srgbClr val="5D7180"/>
                </a:solidFill>
                <a:latin typeface="Aptos"/>
                <a:ea typeface="Aptos"/>
                <a:cs typeface="Aptos"/>
              </a:defRPr>
            </a:lvl7pPr>
            <a:lvl8pPr algn="r">
              <a:defRPr sz="900" b="1" i="0">
                <a:solidFill>
                  <a:srgbClr val="5D7180"/>
                </a:solidFill>
                <a:latin typeface="Aptos"/>
                <a:ea typeface="Aptos"/>
                <a:cs typeface="Aptos"/>
              </a:defRPr>
            </a:lvl8pPr>
            <a:lvl9pPr algn="r">
              <a:defRPr sz="900" b="1" i="0">
                <a:solidFill>
                  <a:srgbClr val="5D7180"/>
                </a:solidFill>
                <a:latin typeface="Aptos"/>
                <a:ea typeface="Aptos"/>
                <a:cs typeface="Aptos"/>
              </a:defRPr>
            </a:lvl9pPr>
          </a:lstStyle>
          <a:p xmlns:a="http://schemas.openxmlformats.org/drawingml/2006/main">
            <a:pPr algn="r">
              <a:defRPr sz="900" b="1" i="0">
                <a:solidFill>
                  <a:srgbClr val="5D7180"/>
                </a:solidFill>
                <a:latin typeface="Aptos"/>
                <a:ea typeface="Aptos"/>
                <a:cs typeface="Aptos"/>
              </a:defRPr>
            </a:pPr>
            <a:r>
              <a:rPr sz="900" b="1" i="0">
                <a:solidFill>
                  <a:srgbClr val="5D7180"/>
                </a:solidFill>
                <a:latin typeface="Aptos"/>
                <a:ea typeface="Aptos"/>
                <a:cs typeface="Aptos"/>
              </a:rPr>
              <a:t>05</a:t>
            </a:r>
          </a:p>
        </p:txBody>
      </p:sp>
    </p:spTree>
    <p:extLst>
      <p:ext uri="{BB962C8B-B14F-4D97-AF65-F5344CB8AC3E}">
        <p14:creationId xmlns:p14="http://schemas.microsoft.com/office/powerpoint/2010/main" val="738046887"/>
      </p:ext>
    </p:extLst>
  </p:cSld>
</p:sld>
</file>

<file path=ppt/slides/slide6.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3619D23F-FAC4-487E-B922-1F96AD91F186}"/>
              </a:ext>
            </a:extLst>
          </p:cNvPr>
          <p:cNvSpPr>
            <a:spLocks xmlns:a="http://schemas.openxmlformats.org/drawingml/2006/main" noGrp="1"/>
          </p:cNvSpPr>
          <p:nvPr/>
        </p:nvSpPr>
        <p:spPr>
          <a:xfrm xmlns:a="http://schemas.openxmlformats.org/drawingml/2006/main">
            <a:off x="5143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975" b="1" i="0">
                <a:solidFill>
                  <a:srgbClr val="00A6A6"/>
                </a:solidFill>
                <a:latin typeface="Aptos"/>
                <a:ea typeface="Aptos"/>
                <a:cs typeface="Aptos"/>
              </a:defRPr>
            </a:defPPr>
            <a:lvl1pPr algn="l">
              <a:defRPr sz="975" b="1" i="0">
                <a:solidFill>
                  <a:srgbClr val="00A6A6"/>
                </a:solidFill>
                <a:latin typeface="Aptos"/>
                <a:ea typeface="Aptos"/>
                <a:cs typeface="Aptos"/>
              </a:defRPr>
            </a:lvl1pPr>
            <a:lvl2pPr algn="l">
              <a:defRPr sz="975" b="1" i="0">
                <a:solidFill>
                  <a:srgbClr val="00A6A6"/>
                </a:solidFill>
                <a:latin typeface="Aptos"/>
                <a:ea typeface="Aptos"/>
                <a:cs typeface="Aptos"/>
              </a:defRPr>
            </a:lvl2pPr>
            <a:lvl3pPr algn="l">
              <a:defRPr sz="975" b="1" i="0">
                <a:solidFill>
                  <a:srgbClr val="00A6A6"/>
                </a:solidFill>
                <a:latin typeface="Aptos"/>
                <a:ea typeface="Aptos"/>
                <a:cs typeface="Aptos"/>
              </a:defRPr>
            </a:lvl3pPr>
            <a:lvl4pPr algn="l">
              <a:defRPr sz="975" b="1" i="0">
                <a:solidFill>
                  <a:srgbClr val="00A6A6"/>
                </a:solidFill>
                <a:latin typeface="Aptos"/>
                <a:ea typeface="Aptos"/>
                <a:cs typeface="Aptos"/>
              </a:defRPr>
            </a:lvl4pPr>
            <a:lvl5pPr algn="l">
              <a:defRPr sz="975" b="1" i="0">
                <a:solidFill>
                  <a:srgbClr val="00A6A6"/>
                </a:solidFill>
                <a:latin typeface="Aptos"/>
                <a:ea typeface="Aptos"/>
                <a:cs typeface="Aptos"/>
              </a:defRPr>
            </a:lvl5pPr>
            <a:lvl6pPr algn="l">
              <a:defRPr sz="975" b="1" i="0">
                <a:solidFill>
                  <a:srgbClr val="00A6A6"/>
                </a:solidFill>
                <a:latin typeface="Aptos"/>
                <a:ea typeface="Aptos"/>
                <a:cs typeface="Aptos"/>
              </a:defRPr>
            </a:lvl6pPr>
            <a:lvl7pPr algn="l">
              <a:defRPr sz="975" b="1" i="0">
                <a:solidFill>
                  <a:srgbClr val="00A6A6"/>
                </a:solidFill>
                <a:latin typeface="Aptos"/>
                <a:ea typeface="Aptos"/>
                <a:cs typeface="Aptos"/>
              </a:defRPr>
            </a:lvl7pPr>
            <a:lvl8pPr algn="l">
              <a:defRPr sz="975" b="1" i="0">
                <a:solidFill>
                  <a:srgbClr val="00A6A6"/>
                </a:solidFill>
                <a:latin typeface="Aptos"/>
                <a:ea typeface="Aptos"/>
                <a:cs typeface="Aptos"/>
              </a:defRPr>
            </a:lvl8pPr>
            <a:lvl9pPr algn="l">
              <a:defRPr sz="975" b="1" i="0">
                <a:solidFill>
                  <a:srgbClr val="00A6A6"/>
                </a:solidFill>
                <a:latin typeface="Aptos"/>
                <a:ea typeface="Aptos"/>
                <a:cs typeface="Aptos"/>
              </a:defRPr>
            </a:lvl9pPr>
          </a:lstStyle>
          <a:p xmlns:a="http://schemas.openxmlformats.org/drawingml/2006/main">
            <a:pPr algn="l">
              <a:defRPr sz="975" b="1" i="0">
                <a:solidFill>
                  <a:srgbClr val="00A6A6"/>
                </a:solidFill>
                <a:latin typeface="Aptos"/>
                <a:ea typeface="Aptos"/>
                <a:cs typeface="Aptos"/>
              </a:defRPr>
            </a:pPr>
            <a:r>
              <a:rPr sz="975" b="1" i="0">
                <a:solidFill>
                  <a:srgbClr val="00A6A6"/>
                </a:solidFill>
                <a:latin typeface="Aptos"/>
                <a:ea typeface="Aptos"/>
                <a:cs typeface="Aptos"/>
              </a:rPr>
              <a:t>PELÍCULAS · CLASIFICACIÓN</a:t>
            </a:r>
          </a:p>
        </p:txBody>
      </p:sp>
      <p:sp>
        <p:nvSpPr>
          <p:cNvPr id="2" name="">
            <a:extLst xmlns:a="http://schemas.openxmlformats.org/drawingml/2006/main">
              <a:ext uri="{FF2B5EF4-FFF2-40B4-BE49-F238E27FC236}">
                <a16:creationId xmlns:a16="http://schemas.microsoft.com/office/drawing/2014/main" id="{4E2179E5-280F-4799-B545-D8AFA6478F44}"/>
              </a:ext>
            </a:extLst>
          </p:cNvPr>
          <p:cNvSpPr>
            <a:spLocks xmlns:a="http://schemas.openxmlformats.org/drawingml/2006/main" noGrp="1"/>
          </p:cNvSpPr>
          <p:nvPr/>
        </p:nvSpPr>
        <p:spPr>
          <a:xfrm xmlns:a="http://schemas.openxmlformats.org/drawingml/2006/main">
            <a:off x="514350" y="590550"/>
            <a:ext cx="11125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550" b="1" i="0">
                <a:solidFill>
                  <a:srgbClr val="102B3F"/>
                </a:solidFill>
                <a:latin typeface="Aptos"/>
                <a:ea typeface="Aptos"/>
                <a:cs typeface="Aptos"/>
              </a:defRPr>
            </a:defPPr>
            <a:lvl1pPr algn="l">
              <a:defRPr sz="2550" b="1" i="0">
                <a:solidFill>
                  <a:srgbClr val="102B3F"/>
                </a:solidFill>
                <a:latin typeface="Aptos"/>
                <a:ea typeface="Aptos"/>
                <a:cs typeface="Aptos"/>
              </a:defRPr>
            </a:lvl1pPr>
            <a:lvl2pPr algn="l">
              <a:defRPr sz="2550" b="1" i="0">
                <a:solidFill>
                  <a:srgbClr val="102B3F"/>
                </a:solidFill>
                <a:latin typeface="Aptos"/>
                <a:ea typeface="Aptos"/>
                <a:cs typeface="Aptos"/>
              </a:defRPr>
            </a:lvl2pPr>
            <a:lvl3pPr algn="l">
              <a:defRPr sz="2550" b="1" i="0">
                <a:solidFill>
                  <a:srgbClr val="102B3F"/>
                </a:solidFill>
                <a:latin typeface="Aptos"/>
                <a:ea typeface="Aptos"/>
                <a:cs typeface="Aptos"/>
              </a:defRPr>
            </a:lvl3pPr>
            <a:lvl4pPr algn="l">
              <a:defRPr sz="2550" b="1" i="0">
                <a:solidFill>
                  <a:srgbClr val="102B3F"/>
                </a:solidFill>
                <a:latin typeface="Aptos"/>
                <a:ea typeface="Aptos"/>
                <a:cs typeface="Aptos"/>
              </a:defRPr>
            </a:lvl4pPr>
            <a:lvl5pPr algn="l">
              <a:defRPr sz="2550" b="1" i="0">
                <a:solidFill>
                  <a:srgbClr val="102B3F"/>
                </a:solidFill>
                <a:latin typeface="Aptos"/>
                <a:ea typeface="Aptos"/>
                <a:cs typeface="Aptos"/>
              </a:defRPr>
            </a:lvl5pPr>
            <a:lvl6pPr algn="l">
              <a:defRPr sz="2550" b="1" i="0">
                <a:solidFill>
                  <a:srgbClr val="102B3F"/>
                </a:solidFill>
                <a:latin typeface="Aptos"/>
                <a:ea typeface="Aptos"/>
                <a:cs typeface="Aptos"/>
              </a:defRPr>
            </a:lvl6pPr>
            <a:lvl7pPr algn="l">
              <a:defRPr sz="2550" b="1" i="0">
                <a:solidFill>
                  <a:srgbClr val="102B3F"/>
                </a:solidFill>
                <a:latin typeface="Aptos"/>
                <a:ea typeface="Aptos"/>
                <a:cs typeface="Aptos"/>
              </a:defRPr>
            </a:lvl7pPr>
            <a:lvl8pPr algn="l">
              <a:defRPr sz="2550" b="1" i="0">
                <a:solidFill>
                  <a:srgbClr val="102B3F"/>
                </a:solidFill>
                <a:latin typeface="Aptos"/>
                <a:ea typeface="Aptos"/>
                <a:cs typeface="Aptos"/>
              </a:defRPr>
            </a:lvl8pPr>
            <a:lvl9pPr algn="l">
              <a:defRPr sz="2550" b="1" i="0">
                <a:solidFill>
                  <a:srgbClr val="102B3F"/>
                </a:solidFill>
                <a:latin typeface="Aptos"/>
                <a:ea typeface="Aptos"/>
                <a:cs typeface="Aptos"/>
              </a:defRPr>
            </a:lvl9pPr>
          </a:lstStyle>
          <a:p xmlns:a="http://schemas.openxmlformats.org/drawingml/2006/main">
            <a:pPr algn="l">
              <a:defRPr sz="2550" b="1" i="0">
                <a:solidFill>
                  <a:srgbClr val="102B3F"/>
                </a:solidFill>
                <a:latin typeface="Aptos"/>
                <a:ea typeface="Aptos"/>
                <a:cs typeface="Aptos"/>
              </a:defRPr>
            </a:pPr>
            <a:r>
              <a:rPr sz="2550" b="1" i="0">
                <a:solidFill>
                  <a:srgbClr val="102B3F"/>
                </a:solidFill>
                <a:latin typeface="Aptos"/>
                <a:ea typeface="Aptos"/>
                <a:cs typeface="Aptos"/>
              </a:rPr>
              <a:t>La selección por validación eligió Random Forest</a:t>
            </a:r>
          </a:p>
        </p:txBody>
      </p:sp>
      <p:sp>
        <p:nvSpPr>
          <p:cNvPr id="3" name="">
            <a:extLst xmlns:a="http://schemas.openxmlformats.org/drawingml/2006/main">
              <a:ext uri="{FF2B5EF4-FFF2-40B4-BE49-F238E27FC236}">
                <a16:creationId xmlns:a16="http://schemas.microsoft.com/office/drawing/2014/main" id="{12ADBA1C-8173-41E3-AD05-70D354155CD1}"/>
              </a:ext>
            </a:extLst>
          </p:cNvPr>
          <p:cNvSpPr>
            <a:spLocks xmlns:a="http://schemas.openxmlformats.org/drawingml/2006/main" noGrp="1"/>
          </p:cNvSpPr>
          <p:nvPr/>
        </p:nvSpPr>
        <p:spPr>
          <a:xfrm xmlns:a="http://schemas.openxmlformats.org/drawingml/2006/main">
            <a:off x="514350" y="1133475"/>
            <a:ext cx="11125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75" b="0" i="0">
                <a:solidFill>
                  <a:srgbClr val="5D7180"/>
                </a:solidFill>
                <a:latin typeface="Aptos"/>
                <a:ea typeface="Aptos"/>
                <a:cs typeface="Aptos"/>
              </a:defRPr>
            </a:defPPr>
            <a:lvl1pPr algn="l">
              <a:defRPr sz="1275" b="0" i="0">
                <a:solidFill>
                  <a:srgbClr val="5D7180"/>
                </a:solidFill>
                <a:latin typeface="Aptos"/>
                <a:ea typeface="Aptos"/>
                <a:cs typeface="Aptos"/>
              </a:defRPr>
            </a:lvl1pPr>
            <a:lvl2pPr algn="l">
              <a:defRPr sz="1275" b="0" i="0">
                <a:solidFill>
                  <a:srgbClr val="5D7180"/>
                </a:solidFill>
                <a:latin typeface="Aptos"/>
                <a:ea typeface="Aptos"/>
                <a:cs typeface="Aptos"/>
              </a:defRPr>
            </a:lvl2pPr>
            <a:lvl3pPr algn="l">
              <a:defRPr sz="1275" b="0" i="0">
                <a:solidFill>
                  <a:srgbClr val="5D7180"/>
                </a:solidFill>
                <a:latin typeface="Aptos"/>
                <a:ea typeface="Aptos"/>
                <a:cs typeface="Aptos"/>
              </a:defRPr>
            </a:lvl3pPr>
            <a:lvl4pPr algn="l">
              <a:defRPr sz="1275" b="0" i="0">
                <a:solidFill>
                  <a:srgbClr val="5D7180"/>
                </a:solidFill>
                <a:latin typeface="Aptos"/>
                <a:ea typeface="Aptos"/>
                <a:cs typeface="Aptos"/>
              </a:defRPr>
            </a:lvl4pPr>
            <a:lvl5pPr algn="l">
              <a:defRPr sz="1275" b="0" i="0">
                <a:solidFill>
                  <a:srgbClr val="5D7180"/>
                </a:solidFill>
                <a:latin typeface="Aptos"/>
                <a:ea typeface="Aptos"/>
                <a:cs typeface="Aptos"/>
              </a:defRPr>
            </a:lvl5pPr>
            <a:lvl6pPr algn="l">
              <a:defRPr sz="1275" b="0" i="0">
                <a:solidFill>
                  <a:srgbClr val="5D7180"/>
                </a:solidFill>
                <a:latin typeface="Aptos"/>
                <a:ea typeface="Aptos"/>
                <a:cs typeface="Aptos"/>
              </a:defRPr>
            </a:lvl6pPr>
            <a:lvl7pPr algn="l">
              <a:defRPr sz="1275" b="0" i="0">
                <a:solidFill>
                  <a:srgbClr val="5D7180"/>
                </a:solidFill>
                <a:latin typeface="Aptos"/>
                <a:ea typeface="Aptos"/>
                <a:cs typeface="Aptos"/>
              </a:defRPr>
            </a:lvl7pPr>
            <a:lvl8pPr algn="l">
              <a:defRPr sz="1275" b="0" i="0">
                <a:solidFill>
                  <a:srgbClr val="5D7180"/>
                </a:solidFill>
                <a:latin typeface="Aptos"/>
                <a:ea typeface="Aptos"/>
                <a:cs typeface="Aptos"/>
              </a:defRPr>
            </a:lvl8pPr>
            <a:lvl9pPr algn="l">
              <a:defRPr sz="1275" b="0" i="0">
                <a:solidFill>
                  <a:srgbClr val="5D7180"/>
                </a:solidFill>
                <a:latin typeface="Aptos"/>
                <a:ea typeface="Aptos"/>
                <a:cs typeface="Aptos"/>
              </a:defRPr>
            </a:lvl9pPr>
          </a:lstStyle>
          <a:p xmlns:a="http://schemas.openxmlformats.org/drawingml/2006/main">
            <a:pPr algn="l">
              <a:defRPr sz="1275" b="0" i="0">
                <a:solidFill>
                  <a:srgbClr val="5D7180"/>
                </a:solidFill>
                <a:latin typeface="Aptos"/>
                <a:ea typeface="Aptos"/>
                <a:cs typeface="Aptos"/>
              </a:defRPr>
            </a:pPr>
            <a:r>
              <a:rPr sz="1275" b="0" i="0">
                <a:solidFill>
                  <a:srgbClr val="5D7180"/>
                </a:solidFill>
                <a:latin typeface="Aptos"/>
                <a:ea typeface="Aptos"/>
                <a:cs typeface="Aptos"/>
              </a:rPr>
              <a:t>La prueba mostró una diferencia entre selección y resultado observado</a:t>
            </a:r>
          </a:p>
        </p:txBody>
      </p:sp>
      <p:sp>
        <p:nvSpPr>
          <p:cNvPr id="4" name="">
            <a:extLst xmlns:a="http://schemas.openxmlformats.org/drawingml/2006/main">
              <a:ext uri="{FF2B5EF4-FFF2-40B4-BE49-F238E27FC236}">
                <a16:creationId xmlns:a16="http://schemas.microsoft.com/office/drawing/2014/main" id="{4CC76819-1449-46A6-B1FF-4A347722CF50}"/>
              </a:ext>
            </a:extLst>
          </p:cNvPr>
          <p:cNvSpPr>
            <a:spLocks xmlns:a="http://schemas.openxmlformats.org/drawingml/2006/main" noGrp="1"/>
          </p:cNvSpPr>
          <p:nvPr/>
        </p:nvSpPr>
        <p:spPr>
          <a:xfrm xmlns:a="http://schemas.openxmlformats.org/drawingml/2006/main">
            <a:off x="514350" y="1504950"/>
            <a:ext cx="11163300" cy="19050"/>
          </a:xfrm>
          <a:prstGeom xmlns:a="http://schemas.openxmlformats.org/drawingml/2006/main" prst="rect">
            <a:avLst/>
          </a:prstGeom>
          <a:solidFill xmlns:a="http://schemas.openxmlformats.org/drawingml/2006/main">
            <a:srgbClr val="D9E1E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DBE2634-9DF4-4DCA-9E76-40638E733A85}"/>
              </a:ext>
            </a:extLst>
          </p:cNvPr>
          <p:cNvSpPr>
            <a:spLocks xmlns:a="http://schemas.openxmlformats.org/drawingml/2006/main" noGrp="1"/>
          </p:cNvSpPr>
          <p:nvPr/>
        </p:nvSpPr>
        <p:spPr>
          <a:xfrm xmlns:a="http://schemas.openxmlformats.org/drawingml/2006/main">
            <a:off x="514350" y="64198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900" b="1" i="0">
                <a:solidFill>
                  <a:srgbClr val="5D7180"/>
                </a:solidFill>
                <a:latin typeface="Aptos"/>
                <a:ea typeface="Aptos"/>
                <a:cs typeface="Aptos"/>
              </a:defRPr>
            </a:defPPr>
            <a:lvl1pPr algn="l">
              <a:defRPr sz="900" b="1" i="0">
                <a:solidFill>
                  <a:srgbClr val="5D7180"/>
                </a:solidFill>
                <a:latin typeface="Aptos"/>
                <a:ea typeface="Aptos"/>
                <a:cs typeface="Aptos"/>
              </a:defRPr>
            </a:lvl1pPr>
            <a:lvl2pPr algn="l">
              <a:defRPr sz="900" b="1" i="0">
                <a:solidFill>
                  <a:srgbClr val="5D7180"/>
                </a:solidFill>
                <a:latin typeface="Aptos"/>
                <a:ea typeface="Aptos"/>
                <a:cs typeface="Aptos"/>
              </a:defRPr>
            </a:lvl2pPr>
            <a:lvl3pPr algn="l">
              <a:defRPr sz="900" b="1" i="0">
                <a:solidFill>
                  <a:srgbClr val="5D7180"/>
                </a:solidFill>
                <a:latin typeface="Aptos"/>
                <a:ea typeface="Aptos"/>
                <a:cs typeface="Aptos"/>
              </a:defRPr>
            </a:lvl3pPr>
            <a:lvl4pPr algn="l">
              <a:defRPr sz="900" b="1" i="0">
                <a:solidFill>
                  <a:srgbClr val="5D7180"/>
                </a:solidFill>
                <a:latin typeface="Aptos"/>
                <a:ea typeface="Aptos"/>
                <a:cs typeface="Aptos"/>
              </a:defRPr>
            </a:lvl4pPr>
            <a:lvl5pPr algn="l">
              <a:defRPr sz="900" b="1" i="0">
                <a:solidFill>
                  <a:srgbClr val="5D7180"/>
                </a:solidFill>
                <a:latin typeface="Aptos"/>
                <a:ea typeface="Aptos"/>
                <a:cs typeface="Aptos"/>
              </a:defRPr>
            </a:lvl5pPr>
            <a:lvl6pPr algn="l">
              <a:defRPr sz="900" b="1" i="0">
                <a:solidFill>
                  <a:srgbClr val="5D7180"/>
                </a:solidFill>
                <a:latin typeface="Aptos"/>
                <a:ea typeface="Aptos"/>
                <a:cs typeface="Aptos"/>
              </a:defRPr>
            </a:lvl6pPr>
            <a:lvl7pPr algn="l">
              <a:defRPr sz="900" b="1" i="0">
                <a:solidFill>
                  <a:srgbClr val="5D7180"/>
                </a:solidFill>
                <a:latin typeface="Aptos"/>
                <a:ea typeface="Aptos"/>
                <a:cs typeface="Aptos"/>
              </a:defRPr>
            </a:lvl7pPr>
            <a:lvl8pPr algn="l">
              <a:defRPr sz="900" b="1" i="0">
                <a:solidFill>
                  <a:srgbClr val="5D7180"/>
                </a:solidFill>
                <a:latin typeface="Aptos"/>
                <a:ea typeface="Aptos"/>
                <a:cs typeface="Aptos"/>
              </a:defRPr>
            </a:lvl8pPr>
            <a:lvl9pPr algn="l">
              <a:defRPr sz="900" b="1" i="0">
                <a:solidFill>
                  <a:srgbClr val="5D7180"/>
                </a:solidFill>
                <a:latin typeface="Aptos"/>
                <a:ea typeface="Aptos"/>
                <a:cs typeface="Aptos"/>
              </a:defRPr>
            </a:lvl9pPr>
          </a:lstStyle>
          <a:p xmlns:a="http://schemas.openxmlformats.org/drawingml/2006/main">
            <a:pPr algn="l">
              <a:defRPr sz="900" b="1" i="0">
                <a:solidFill>
                  <a:srgbClr val="5D7180"/>
                </a:solidFill>
                <a:latin typeface="Aptos"/>
                <a:ea typeface="Aptos"/>
                <a:cs typeface="Aptos"/>
              </a:defRPr>
            </a:pPr>
            <a:r>
              <a:rPr sz="900" b="1" i="0">
                <a:solidFill>
                  <a:srgbClr val="5D7180"/>
                </a:solidFill>
                <a:latin typeface="Aptos"/>
                <a:ea typeface="Aptos"/>
                <a:cs typeface="Aptos"/>
              </a:rPr>
              <a:t>PROYECTO INTEGRADOR · MACHINE LEARNING</a:t>
            </a:r>
          </a:p>
        </p:txBody>
      </p:sp>
      <p:sp>
        <p:nvSpPr>
          <p:cNvPr id="6" name="">
            <a:extLst xmlns:a="http://schemas.openxmlformats.org/drawingml/2006/main">
              <a:ext uri="{FF2B5EF4-FFF2-40B4-BE49-F238E27FC236}">
                <a16:creationId xmlns:a16="http://schemas.microsoft.com/office/drawing/2014/main" id="{FCA43BBF-D945-4402-B43F-6972A05175FF}"/>
              </a:ext>
            </a:extLst>
          </p:cNvPr>
          <p:cNvSpPr>
            <a:spLocks xmlns:a="http://schemas.openxmlformats.org/drawingml/2006/main" noGrp="1"/>
          </p:cNvSpPr>
          <p:nvPr/>
        </p:nvSpPr>
        <p:spPr>
          <a:xfrm xmlns:a="http://schemas.openxmlformats.org/drawingml/2006/main">
            <a:off x="11163300" y="64198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r">
              <a:defRPr sz="900" b="1" i="0">
                <a:solidFill>
                  <a:srgbClr val="5D7180"/>
                </a:solidFill>
                <a:latin typeface="Aptos"/>
                <a:ea typeface="Aptos"/>
                <a:cs typeface="Aptos"/>
              </a:defRPr>
            </a:defPPr>
            <a:lvl1pPr algn="r">
              <a:defRPr sz="900" b="1" i="0">
                <a:solidFill>
                  <a:srgbClr val="5D7180"/>
                </a:solidFill>
                <a:latin typeface="Aptos"/>
                <a:ea typeface="Aptos"/>
                <a:cs typeface="Aptos"/>
              </a:defRPr>
            </a:lvl1pPr>
            <a:lvl2pPr algn="r">
              <a:defRPr sz="900" b="1" i="0">
                <a:solidFill>
                  <a:srgbClr val="5D7180"/>
                </a:solidFill>
                <a:latin typeface="Aptos"/>
                <a:ea typeface="Aptos"/>
                <a:cs typeface="Aptos"/>
              </a:defRPr>
            </a:lvl2pPr>
            <a:lvl3pPr algn="r">
              <a:defRPr sz="900" b="1" i="0">
                <a:solidFill>
                  <a:srgbClr val="5D7180"/>
                </a:solidFill>
                <a:latin typeface="Aptos"/>
                <a:ea typeface="Aptos"/>
                <a:cs typeface="Aptos"/>
              </a:defRPr>
            </a:lvl3pPr>
            <a:lvl4pPr algn="r">
              <a:defRPr sz="900" b="1" i="0">
                <a:solidFill>
                  <a:srgbClr val="5D7180"/>
                </a:solidFill>
                <a:latin typeface="Aptos"/>
                <a:ea typeface="Aptos"/>
                <a:cs typeface="Aptos"/>
              </a:defRPr>
            </a:lvl4pPr>
            <a:lvl5pPr algn="r">
              <a:defRPr sz="900" b="1" i="0">
                <a:solidFill>
                  <a:srgbClr val="5D7180"/>
                </a:solidFill>
                <a:latin typeface="Aptos"/>
                <a:ea typeface="Aptos"/>
                <a:cs typeface="Aptos"/>
              </a:defRPr>
            </a:lvl5pPr>
            <a:lvl6pPr algn="r">
              <a:defRPr sz="900" b="1" i="0">
                <a:solidFill>
                  <a:srgbClr val="5D7180"/>
                </a:solidFill>
                <a:latin typeface="Aptos"/>
                <a:ea typeface="Aptos"/>
                <a:cs typeface="Aptos"/>
              </a:defRPr>
            </a:lvl6pPr>
            <a:lvl7pPr algn="r">
              <a:defRPr sz="900" b="1" i="0">
                <a:solidFill>
                  <a:srgbClr val="5D7180"/>
                </a:solidFill>
                <a:latin typeface="Aptos"/>
                <a:ea typeface="Aptos"/>
                <a:cs typeface="Aptos"/>
              </a:defRPr>
            </a:lvl7pPr>
            <a:lvl8pPr algn="r">
              <a:defRPr sz="900" b="1" i="0">
                <a:solidFill>
                  <a:srgbClr val="5D7180"/>
                </a:solidFill>
                <a:latin typeface="Aptos"/>
                <a:ea typeface="Aptos"/>
                <a:cs typeface="Aptos"/>
              </a:defRPr>
            </a:lvl8pPr>
            <a:lvl9pPr algn="r">
              <a:defRPr sz="900" b="1" i="0">
                <a:solidFill>
                  <a:srgbClr val="5D7180"/>
                </a:solidFill>
                <a:latin typeface="Aptos"/>
                <a:ea typeface="Aptos"/>
                <a:cs typeface="Aptos"/>
              </a:defRPr>
            </a:lvl9pPr>
          </a:lstStyle>
          <a:p xmlns:a="http://schemas.openxmlformats.org/drawingml/2006/main">
            <a:pPr algn="r">
              <a:defRPr sz="900" b="1" i="0">
                <a:solidFill>
                  <a:srgbClr val="5D7180"/>
                </a:solidFill>
                <a:latin typeface="Aptos"/>
                <a:ea typeface="Aptos"/>
                <a:cs typeface="Aptos"/>
              </a:defRPr>
            </a:pPr>
            <a:r>
              <a:rPr sz="900" b="1" i="0">
                <a:solidFill>
                  <a:srgbClr val="5D7180"/>
                </a:solidFill>
                <a:latin typeface="Aptos"/>
                <a:ea typeface="Aptos"/>
                <a:cs typeface="Aptos"/>
              </a:rPr>
              <a:t>06</a:t>
            </a:r>
          </a:p>
        </p:txBody>
      </p:sp>
      <p:sp>
        <p:nvSpPr>
          <p:cNvPr id="7" name="">
            <a:extLst xmlns:a="http://schemas.openxmlformats.org/drawingml/2006/main">
              <a:ext uri="{FF2B5EF4-FFF2-40B4-BE49-F238E27FC236}">
                <a16:creationId xmlns:a16="http://schemas.microsoft.com/office/drawing/2014/main" id="{4F23825B-1D29-4F62-93BC-26596273128F}"/>
              </a:ext>
            </a:extLst>
          </p:cNvPr>
          <p:cNvSpPr>
            <a:spLocks xmlns:a="http://schemas.openxmlformats.org/drawingml/2006/main" noGrp="1"/>
          </p:cNvSpPr>
          <p:nvPr/>
        </p:nvSpPr>
        <p:spPr>
          <a:xfrm xmlns:a="http://schemas.openxmlformats.org/drawingml/2006/main">
            <a:off x="552450" y="1762125"/>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125" b="1" i="0">
                <a:solidFill>
                  <a:srgbClr val="5D7180"/>
                </a:solidFill>
                <a:latin typeface="Aptos"/>
                <a:ea typeface="Aptos"/>
                <a:cs typeface="Aptos"/>
              </a:defRPr>
            </a:defPPr>
            <a:lvl1pPr algn="l">
              <a:defRPr sz="1125" b="1" i="0">
                <a:solidFill>
                  <a:srgbClr val="5D7180"/>
                </a:solidFill>
                <a:latin typeface="Aptos"/>
                <a:ea typeface="Aptos"/>
                <a:cs typeface="Aptos"/>
              </a:defRPr>
            </a:lvl1pPr>
            <a:lvl2pPr algn="l">
              <a:defRPr sz="1125" b="1" i="0">
                <a:solidFill>
                  <a:srgbClr val="5D7180"/>
                </a:solidFill>
                <a:latin typeface="Aptos"/>
                <a:ea typeface="Aptos"/>
                <a:cs typeface="Aptos"/>
              </a:defRPr>
            </a:lvl2pPr>
            <a:lvl3pPr algn="l">
              <a:defRPr sz="1125" b="1" i="0">
                <a:solidFill>
                  <a:srgbClr val="5D7180"/>
                </a:solidFill>
                <a:latin typeface="Aptos"/>
                <a:ea typeface="Aptos"/>
                <a:cs typeface="Aptos"/>
              </a:defRPr>
            </a:lvl3pPr>
            <a:lvl4pPr algn="l">
              <a:defRPr sz="1125" b="1" i="0">
                <a:solidFill>
                  <a:srgbClr val="5D7180"/>
                </a:solidFill>
                <a:latin typeface="Aptos"/>
                <a:ea typeface="Aptos"/>
                <a:cs typeface="Aptos"/>
              </a:defRPr>
            </a:lvl4pPr>
            <a:lvl5pPr algn="l">
              <a:defRPr sz="1125" b="1" i="0">
                <a:solidFill>
                  <a:srgbClr val="5D7180"/>
                </a:solidFill>
                <a:latin typeface="Aptos"/>
                <a:ea typeface="Aptos"/>
                <a:cs typeface="Aptos"/>
              </a:defRPr>
            </a:lvl5pPr>
            <a:lvl6pPr algn="l">
              <a:defRPr sz="1125" b="1" i="0">
                <a:solidFill>
                  <a:srgbClr val="5D7180"/>
                </a:solidFill>
                <a:latin typeface="Aptos"/>
                <a:ea typeface="Aptos"/>
                <a:cs typeface="Aptos"/>
              </a:defRPr>
            </a:lvl6pPr>
            <a:lvl7pPr algn="l">
              <a:defRPr sz="1125" b="1" i="0">
                <a:solidFill>
                  <a:srgbClr val="5D7180"/>
                </a:solidFill>
                <a:latin typeface="Aptos"/>
                <a:ea typeface="Aptos"/>
                <a:cs typeface="Aptos"/>
              </a:defRPr>
            </a:lvl7pPr>
            <a:lvl8pPr algn="l">
              <a:defRPr sz="1125" b="1" i="0">
                <a:solidFill>
                  <a:srgbClr val="5D7180"/>
                </a:solidFill>
                <a:latin typeface="Aptos"/>
                <a:ea typeface="Aptos"/>
                <a:cs typeface="Aptos"/>
              </a:defRPr>
            </a:lvl8pPr>
            <a:lvl9pPr algn="l">
              <a:defRPr sz="1125" b="1" i="0">
                <a:solidFill>
                  <a:srgbClr val="5D7180"/>
                </a:solidFill>
                <a:latin typeface="Aptos"/>
                <a:ea typeface="Aptos"/>
                <a:cs typeface="Aptos"/>
              </a:defRPr>
            </a:lvl9pPr>
          </a:lstStyle>
          <a:p xmlns:a="http://schemas.openxmlformats.org/drawingml/2006/main">
            <a:pPr algn="l">
              <a:defRPr sz="1125" b="1" i="0">
                <a:solidFill>
                  <a:srgbClr val="5D7180"/>
                </a:solidFill>
                <a:latin typeface="Aptos"/>
                <a:ea typeface="Aptos"/>
                <a:cs typeface="Aptos"/>
              </a:defRPr>
            </a:pPr>
            <a:r>
              <a:rPr sz="1125" b="1" i="0">
                <a:solidFill>
                  <a:srgbClr val="5D7180"/>
                </a:solidFill>
                <a:latin typeface="Aptos"/>
                <a:ea typeface="Aptos"/>
                <a:cs typeface="Aptos"/>
              </a:rPr>
              <a:t>MATRIZ DE CONFUSIÓN · RANDOM FOREST</a:t>
            </a:r>
          </a:p>
        </p:txBody>
      </p:sp>
      <p:sp>
        <p:nvSpPr>
          <p:cNvPr id="8" name="">
            <a:extLst xmlns:a="http://schemas.openxmlformats.org/drawingml/2006/main">
              <a:ext uri="{FF2B5EF4-FFF2-40B4-BE49-F238E27FC236}">
                <a16:creationId xmlns:a16="http://schemas.microsoft.com/office/drawing/2014/main" id="{039C9692-72BD-4512-8D70-3B2A6E2C3310}"/>
              </a:ext>
            </a:extLst>
          </p:cNvPr>
          <p:cNvSpPr>
            <a:spLocks xmlns:a="http://schemas.openxmlformats.org/drawingml/2006/main" noGrp="1"/>
          </p:cNvSpPr>
          <p:nvPr/>
        </p:nvSpPr>
        <p:spPr>
          <a:xfrm xmlns:a="http://schemas.openxmlformats.org/drawingml/2006/main">
            <a:off x="3800475" y="2152650"/>
            <a:ext cx="2952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ctr">
              <a:defRPr sz="1350" b="1" i="0">
                <a:solidFill>
                  <a:srgbClr val="102B3F"/>
                </a:solidFill>
                <a:latin typeface="Aptos"/>
                <a:ea typeface="Aptos"/>
                <a:cs typeface="Aptos"/>
              </a:defRPr>
            </a:defPPr>
            <a:lvl1pPr algn="ctr">
              <a:defRPr sz="1350" b="1" i="0">
                <a:solidFill>
                  <a:srgbClr val="102B3F"/>
                </a:solidFill>
                <a:latin typeface="Aptos"/>
                <a:ea typeface="Aptos"/>
                <a:cs typeface="Aptos"/>
              </a:defRPr>
            </a:lvl1pPr>
            <a:lvl2pPr algn="ctr">
              <a:defRPr sz="1350" b="1" i="0">
                <a:solidFill>
                  <a:srgbClr val="102B3F"/>
                </a:solidFill>
                <a:latin typeface="Aptos"/>
                <a:ea typeface="Aptos"/>
                <a:cs typeface="Aptos"/>
              </a:defRPr>
            </a:lvl2pPr>
            <a:lvl3pPr algn="ctr">
              <a:defRPr sz="1350" b="1" i="0">
                <a:solidFill>
                  <a:srgbClr val="102B3F"/>
                </a:solidFill>
                <a:latin typeface="Aptos"/>
                <a:ea typeface="Aptos"/>
                <a:cs typeface="Aptos"/>
              </a:defRPr>
            </a:lvl3pPr>
            <a:lvl4pPr algn="ctr">
              <a:defRPr sz="1350" b="1" i="0">
                <a:solidFill>
                  <a:srgbClr val="102B3F"/>
                </a:solidFill>
                <a:latin typeface="Aptos"/>
                <a:ea typeface="Aptos"/>
                <a:cs typeface="Aptos"/>
              </a:defRPr>
            </a:lvl4pPr>
            <a:lvl5pPr algn="ctr">
              <a:defRPr sz="1350" b="1" i="0">
                <a:solidFill>
                  <a:srgbClr val="102B3F"/>
                </a:solidFill>
                <a:latin typeface="Aptos"/>
                <a:ea typeface="Aptos"/>
                <a:cs typeface="Aptos"/>
              </a:defRPr>
            </a:lvl5pPr>
            <a:lvl6pPr algn="ctr">
              <a:defRPr sz="1350" b="1" i="0">
                <a:solidFill>
                  <a:srgbClr val="102B3F"/>
                </a:solidFill>
                <a:latin typeface="Aptos"/>
                <a:ea typeface="Aptos"/>
                <a:cs typeface="Aptos"/>
              </a:defRPr>
            </a:lvl6pPr>
            <a:lvl7pPr algn="ctr">
              <a:defRPr sz="1350" b="1" i="0">
                <a:solidFill>
                  <a:srgbClr val="102B3F"/>
                </a:solidFill>
                <a:latin typeface="Aptos"/>
                <a:ea typeface="Aptos"/>
                <a:cs typeface="Aptos"/>
              </a:defRPr>
            </a:lvl7pPr>
            <a:lvl8pPr algn="ctr">
              <a:defRPr sz="1350" b="1" i="0">
                <a:solidFill>
                  <a:srgbClr val="102B3F"/>
                </a:solidFill>
                <a:latin typeface="Aptos"/>
                <a:ea typeface="Aptos"/>
                <a:cs typeface="Aptos"/>
              </a:defRPr>
            </a:lvl8pPr>
            <a:lvl9pPr algn="ctr">
              <a:defRPr sz="1350" b="1" i="0">
                <a:solidFill>
                  <a:srgbClr val="102B3F"/>
                </a:solidFill>
                <a:latin typeface="Aptos"/>
                <a:ea typeface="Aptos"/>
                <a:cs typeface="Aptos"/>
              </a:defRPr>
            </a:lvl9pPr>
          </a:lstStyle>
          <a:p xmlns:a="http://schemas.openxmlformats.org/drawingml/2006/main">
            <a:pPr algn="ctr">
              <a:defRPr sz="1350" b="1" i="0">
                <a:solidFill>
                  <a:srgbClr val="102B3F"/>
                </a:solidFill>
                <a:latin typeface="Aptos"/>
                <a:ea typeface="Aptos"/>
                <a:cs typeface="Aptos"/>
              </a:defRPr>
            </a:pPr>
            <a:r>
              <a:rPr sz="1350" b="1" i="0">
                <a:solidFill>
                  <a:srgbClr val="102B3F"/>
                </a:solidFill>
                <a:latin typeface="Aptos"/>
                <a:ea typeface="Aptos"/>
                <a:cs typeface="Aptos"/>
              </a:rPr>
              <a:t>Predicción</a:t>
            </a:r>
          </a:p>
        </p:txBody>
      </p:sp>
      <p:sp>
        <p:nvSpPr>
          <p:cNvPr id="9" name="">
            <a:extLst xmlns:a="http://schemas.openxmlformats.org/drawingml/2006/main">
              <a:ext uri="{FF2B5EF4-FFF2-40B4-BE49-F238E27FC236}">
                <a16:creationId xmlns:a16="http://schemas.microsoft.com/office/drawing/2014/main" id="{43C257C3-7BC4-455E-913C-2AEE21E85251}"/>
              </a:ext>
            </a:extLst>
          </p:cNvPr>
          <p:cNvSpPr>
            <a:spLocks xmlns:a="http://schemas.openxmlformats.org/drawingml/2006/main" noGrp="1"/>
          </p:cNvSpPr>
          <p:nvPr/>
        </p:nvSpPr>
        <p:spPr>
          <a:xfrm xmlns:a="http://schemas.openxmlformats.org/drawingml/2006/main">
            <a:off x="4133850" y="2552700"/>
            <a:ext cx="1162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ctr">
              <a:defRPr sz="1125" b="1" i="0">
                <a:solidFill>
                  <a:srgbClr val="5D7180"/>
                </a:solidFill>
                <a:latin typeface="Aptos"/>
                <a:ea typeface="Aptos"/>
                <a:cs typeface="Aptos"/>
              </a:defRPr>
            </a:defPPr>
            <a:lvl1pPr algn="ctr">
              <a:defRPr sz="1125" b="1" i="0">
                <a:solidFill>
                  <a:srgbClr val="5D7180"/>
                </a:solidFill>
                <a:latin typeface="Aptos"/>
                <a:ea typeface="Aptos"/>
                <a:cs typeface="Aptos"/>
              </a:defRPr>
            </a:lvl1pPr>
            <a:lvl2pPr algn="ctr">
              <a:defRPr sz="1125" b="1" i="0">
                <a:solidFill>
                  <a:srgbClr val="5D7180"/>
                </a:solidFill>
                <a:latin typeface="Aptos"/>
                <a:ea typeface="Aptos"/>
                <a:cs typeface="Aptos"/>
              </a:defRPr>
            </a:lvl2pPr>
            <a:lvl3pPr algn="ctr">
              <a:defRPr sz="1125" b="1" i="0">
                <a:solidFill>
                  <a:srgbClr val="5D7180"/>
                </a:solidFill>
                <a:latin typeface="Aptos"/>
                <a:ea typeface="Aptos"/>
                <a:cs typeface="Aptos"/>
              </a:defRPr>
            </a:lvl3pPr>
            <a:lvl4pPr algn="ctr">
              <a:defRPr sz="1125" b="1" i="0">
                <a:solidFill>
                  <a:srgbClr val="5D7180"/>
                </a:solidFill>
                <a:latin typeface="Aptos"/>
                <a:ea typeface="Aptos"/>
                <a:cs typeface="Aptos"/>
              </a:defRPr>
            </a:lvl4pPr>
            <a:lvl5pPr algn="ctr">
              <a:defRPr sz="1125" b="1" i="0">
                <a:solidFill>
                  <a:srgbClr val="5D7180"/>
                </a:solidFill>
                <a:latin typeface="Aptos"/>
                <a:ea typeface="Aptos"/>
                <a:cs typeface="Aptos"/>
              </a:defRPr>
            </a:lvl5pPr>
            <a:lvl6pPr algn="ctr">
              <a:defRPr sz="1125" b="1" i="0">
                <a:solidFill>
                  <a:srgbClr val="5D7180"/>
                </a:solidFill>
                <a:latin typeface="Aptos"/>
                <a:ea typeface="Aptos"/>
                <a:cs typeface="Aptos"/>
              </a:defRPr>
            </a:lvl6pPr>
            <a:lvl7pPr algn="ctr">
              <a:defRPr sz="1125" b="1" i="0">
                <a:solidFill>
                  <a:srgbClr val="5D7180"/>
                </a:solidFill>
                <a:latin typeface="Aptos"/>
                <a:ea typeface="Aptos"/>
                <a:cs typeface="Aptos"/>
              </a:defRPr>
            </a:lvl7pPr>
            <a:lvl8pPr algn="ctr">
              <a:defRPr sz="1125" b="1" i="0">
                <a:solidFill>
                  <a:srgbClr val="5D7180"/>
                </a:solidFill>
                <a:latin typeface="Aptos"/>
                <a:ea typeface="Aptos"/>
                <a:cs typeface="Aptos"/>
              </a:defRPr>
            </a:lvl8pPr>
            <a:lvl9pPr algn="ctr">
              <a:defRPr sz="1125" b="1" i="0">
                <a:solidFill>
                  <a:srgbClr val="5D7180"/>
                </a:solidFill>
                <a:latin typeface="Aptos"/>
                <a:ea typeface="Aptos"/>
                <a:cs typeface="Aptos"/>
              </a:defRPr>
            </a:lvl9pPr>
          </a:lstStyle>
          <a:p xmlns:a="http://schemas.openxmlformats.org/drawingml/2006/main">
            <a:pPr algn="ctr">
              <a:defRPr sz="1125" b="1" i="0">
                <a:solidFill>
                  <a:srgbClr val="5D7180"/>
                </a:solidFill>
                <a:latin typeface="Aptos"/>
                <a:ea typeface="Aptos"/>
                <a:cs typeface="Aptos"/>
              </a:defRPr>
            </a:pPr>
            <a:r>
              <a:rPr sz="1125" b="1" i="0">
                <a:solidFill>
                  <a:srgbClr val="5D7180"/>
                </a:solidFill>
                <a:latin typeface="Aptos"/>
                <a:ea typeface="Aptos"/>
                <a:cs typeface="Aptos"/>
              </a:rPr>
              <a:t>FRACASO</a:t>
            </a:r>
          </a:p>
        </p:txBody>
      </p:sp>
      <p:sp>
        <p:nvSpPr>
          <p:cNvPr id="10" name="">
            <a:extLst xmlns:a="http://schemas.openxmlformats.org/drawingml/2006/main">
              <a:ext uri="{FF2B5EF4-FFF2-40B4-BE49-F238E27FC236}">
                <a16:creationId xmlns:a16="http://schemas.microsoft.com/office/drawing/2014/main" id="{7ABB6930-9619-4F98-B04A-50F79A180148}"/>
              </a:ext>
            </a:extLst>
          </p:cNvPr>
          <p:cNvSpPr>
            <a:spLocks xmlns:a="http://schemas.openxmlformats.org/drawingml/2006/main" noGrp="1"/>
          </p:cNvSpPr>
          <p:nvPr/>
        </p:nvSpPr>
        <p:spPr>
          <a:xfrm xmlns:a="http://schemas.openxmlformats.org/drawingml/2006/main">
            <a:off x="5467350" y="2552700"/>
            <a:ext cx="1066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ctr">
              <a:defRPr sz="1125" b="1" i="0">
                <a:solidFill>
                  <a:srgbClr val="5D7180"/>
                </a:solidFill>
                <a:latin typeface="Aptos"/>
                <a:ea typeface="Aptos"/>
                <a:cs typeface="Aptos"/>
              </a:defRPr>
            </a:defPPr>
            <a:lvl1pPr algn="ctr">
              <a:defRPr sz="1125" b="1" i="0">
                <a:solidFill>
                  <a:srgbClr val="5D7180"/>
                </a:solidFill>
                <a:latin typeface="Aptos"/>
                <a:ea typeface="Aptos"/>
                <a:cs typeface="Aptos"/>
              </a:defRPr>
            </a:lvl1pPr>
            <a:lvl2pPr algn="ctr">
              <a:defRPr sz="1125" b="1" i="0">
                <a:solidFill>
                  <a:srgbClr val="5D7180"/>
                </a:solidFill>
                <a:latin typeface="Aptos"/>
                <a:ea typeface="Aptos"/>
                <a:cs typeface="Aptos"/>
              </a:defRPr>
            </a:lvl2pPr>
            <a:lvl3pPr algn="ctr">
              <a:defRPr sz="1125" b="1" i="0">
                <a:solidFill>
                  <a:srgbClr val="5D7180"/>
                </a:solidFill>
                <a:latin typeface="Aptos"/>
                <a:ea typeface="Aptos"/>
                <a:cs typeface="Aptos"/>
              </a:defRPr>
            </a:lvl3pPr>
            <a:lvl4pPr algn="ctr">
              <a:defRPr sz="1125" b="1" i="0">
                <a:solidFill>
                  <a:srgbClr val="5D7180"/>
                </a:solidFill>
                <a:latin typeface="Aptos"/>
                <a:ea typeface="Aptos"/>
                <a:cs typeface="Aptos"/>
              </a:defRPr>
            </a:lvl4pPr>
            <a:lvl5pPr algn="ctr">
              <a:defRPr sz="1125" b="1" i="0">
                <a:solidFill>
                  <a:srgbClr val="5D7180"/>
                </a:solidFill>
                <a:latin typeface="Aptos"/>
                <a:ea typeface="Aptos"/>
                <a:cs typeface="Aptos"/>
              </a:defRPr>
            </a:lvl5pPr>
            <a:lvl6pPr algn="ctr">
              <a:defRPr sz="1125" b="1" i="0">
                <a:solidFill>
                  <a:srgbClr val="5D7180"/>
                </a:solidFill>
                <a:latin typeface="Aptos"/>
                <a:ea typeface="Aptos"/>
                <a:cs typeface="Aptos"/>
              </a:defRPr>
            </a:lvl6pPr>
            <a:lvl7pPr algn="ctr">
              <a:defRPr sz="1125" b="1" i="0">
                <a:solidFill>
                  <a:srgbClr val="5D7180"/>
                </a:solidFill>
                <a:latin typeface="Aptos"/>
                <a:ea typeface="Aptos"/>
                <a:cs typeface="Aptos"/>
              </a:defRPr>
            </a:lvl7pPr>
            <a:lvl8pPr algn="ctr">
              <a:defRPr sz="1125" b="1" i="0">
                <a:solidFill>
                  <a:srgbClr val="5D7180"/>
                </a:solidFill>
                <a:latin typeface="Aptos"/>
                <a:ea typeface="Aptos"/>
                <a:cs typeface="Aptos"/>
              </a:defRPr>
            </a:lvl8pPr>
            <a:lvl9pPr algn="ctr">
              <a:defRPr sz="1125" b="1" i="0">
                <a:solidFill>
                  <a:srgbClr val="5D7180"/>
                </a:solidFill>
                <a:latin typeface="Aptos"/>
                <a:ea typeface="Aptos"/>
                <a:cs typeface="Aptos"/>
              </a:defRPr>
            </a:lvl9pPr>
          </a:lstStyle>
          <a:p xmlns:a="http://schemas.openxmlformats.org/drawingml/2006/main">
            <a:pPr algn="ctr">
              <a:defRPr sz="1125" b="1" i="0">
                <a:solidFill>
                  <a:srgbClr val="5D7180"/>
                </a:solidFill>
                <a:latin typeface="Aptos"/>
                <a:ea typeface="Aptos"/>
                <a:cs typeface="Aptos"/>
              </a:defRPr>
            </a:pPr>
            <a:r>
              <a:rPr sz="1125" b="1" i="0">
                <a:solidFill>
                  <a:srgbClr val="5D7180"/>
                </a:solidFill>
                <a:latin typeface="Aptos"/>
                <a:ea typeface="Aptos"/>
                <a:cs typeface="Aptos"/>
              </a:rPr>
              <a:t>ÉXITO</a:t>
            </a:r>
          </a:p>
        </p:txBody>
      </p:sp>
      <p:sp>
        <p:nvSpPr>
          <p:cNvPr id="11" name="">
            <a:extLst xmlns:a="http://schemas.openxmlformats.org/drawingml/2006/main">
              <a:ext uri="{FF2B5EF4-FFF2-40B4-BE49-F238E27FC236}">
                <a16:creationId xmlns:a16="http://schemas.microsoft.com/office/drawing/2014/main" id="{85809DCA-4AC8-4DF9-8B5F-96E5D09C90FF}"/>
              </a:ext>
            </a:extLst>
          </p:cNvPr>
          <p:cNvSpPr>
            <a:spLocks xmlns:a="http://schemas.openxmlformats.org/drawingml/2006/main" noGrp="1"/>
          </p:cNvSpPr>
          <p:nvPr/>
        </p:nvSpPr>
        <p:spPr>
          <a:xfrm xmlns:a="http://schemas.openxmlformats.org/drawingml/2006/main">
            <a:off x="714375" y="3648075"/>
            <a:ext cx="876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ctr">
              <a:defRPr sz="1350" b="1" i="0">
                <a:solidFill>
                  <a:srgbClr val="102B3F"/>
                </a:solidFill>
                <a:latin typeface="Aptos"/>
                <a:ea typeface="Aptos"/>
                <a:cs typeface="Aptos"/>
              </a:defRPr>
            </a:defPPr>
            <a:lvl1pPr algn="ctr">
              <a:defRPr sz="1350" b="1" i="0">
                <a:solidFill>
                  <a:srgbClr val="102B3F"/>
                </a:solidFill>
                <a:latin typeface="Aptos"/>
                <a:ea typeface="Aptos"/>
                <a:cs typeface="Aptos"/>
              </a:defRPr>
            </a:lvl1pPr>
            <a:lvl2pPr algn="ctr">
              <a:defRPr sz="1350" b="1" i="0">
                <a:solidFill>
                  <a:srgbClr val="102B3F"/>
                </a:solidFill>
                <a:latin typeface="Aptos"/>
                <a:ea typeface="Aptos"/>
                <a:cs typeface="Aptos"/>
              </a:defRPr>
            </a:lvl2pPr>
            <a:lvl3pPr algn="ctr">
              <a:defRPr sz="1350" b="1" i="0">
                <a:solidFill>
                  <a:srgbClr val="102B3F"/>
                </a:solidFill>
                <a:latin typeface="Aptos"/>
                <a:ea typeface="Aptos"/>
                <a:cs typeface="Aptos"/>
              </a:defRPr>
            </a:lvl3pPr>
            <a:lvl4pPr algn="ctr">
              <a:defRPr sz="1350" b="1" i="0">
                <a:solidFill>
                  <a:srgbClr val="102B3F"/>
                </a:solidFill>
                <a:latin typeface="Aptos"/>
                <a:ea typeface="Aptos"/>
                <a:cs typeface="Aptos"/>
              </a:defRPr>
            </a:lvl4pPr>
            <a:lvl5pPr algn="ctr">
              <a:defRPr sz="1350" b="1" i="0">
                <a:solidFill>
                  <a:srgbClr val="102B3F"/>
                </a:solidFill>
                <a:latin typeface="Aptos"/>
                <a:ea typeface="Aptos"/>
                <a:cs typeface="Aptos"/>
              </a:defRPr>
            </a:lvl5pPr>
            <a:lvl6pPr algn="ctr">
              <a:defRPr sz="1350" b="1" i="0">
                <a:solidFill>
                  <a:srgbClr val="102B3F"/>
                </a:solidFill>
                <a:latin typeface="Aptos"/>
                <a:ea typeface="Aptos"/>
                <a:cs typeface="Aptos"/>
              </a:defRPr>
            </a:lvl6pPr>
            <a:lvl7pPr algn="ctr">
              <a:defRPr sz="1350" b="1" i="0">
                <a:solidFill>
                  <a:srgbClr val="102B3F"/>
                </a:solidFill>
                <a:latin typeface="Aptos"/>
                <a:ea typeface="Aptos"/>
                <a:cs typeface="Aptos"/>
              </a:defRPr>
            </a:lvl7pPr>
            <a:lvl8pPr algn="ctr">
              <a:defRPr sz="1350" b="1" i="0">
                <a:solidFill>
                  <a:srgbClr val="102B3F"/>
                </a:solidFill>
                <a:latin typeface="Aptos"/>
                <a:ea typeface="Aptos"/>
                <a:cs typeface="Aptos"/>
              </a:defRPr>
            </a:lvl8pPr>
            <a:lvl9pPr algn="ctr">
              <a:defRPr sz="1350" b="1" i="0">
                <a:solidFill>
                  <a:srgbClr val="102B3F"/>
                </a:solidFill>
                <a:latin typeface="Aptos"/>
                <a:ea typeface="Aptos"/>
                <a:cs typeface="Aptos"/>
              </a:defRPr>
            </a:lvl9pPr>
          </a:lstStyle>
          <a:p xmlns:a="http://schemas.openxmlformats.org/drawingml/2006/main">
            <a:pPr algn="ctr">
              <a:defRPr sz="1350" b="1" i="0">
                <a:solidFill>
                  <a:srgbClr val="102B3F"/>
                </a:solidFill>
                <a:latin typeface="Aptos"/>
                <a:ea typeface="Aptos"/>
                <a:cs typeface="Aptos"/>
              </a:defRPr>
            </a:pPr>
            <a:r>
              <a:rPr sz="1350" b="1" i="0">
                <a:solidFill>
                  <a:srgbClr val="102B3F"/>
                </a:solidFill>
                <a:latin typeface="Aptos"/>
                <a:ea typeface="Aptos"/>
                <a:cs typeface="Aptos"/>
              </a:rPr>
              <a:t>Real</a:t>
            </a:r>
          </a:p>
        </p:txBody>
      </p:sp>
      <p:sp>
        <p:nvSpPr>
          <p:cNvPr id="12" name="">
            <a:extLst xmlns:a="http://schemas.openxmlformats.org/drawingml/2006/main">
              <a:ext uri="{FF2B5EF4-FFF2-40B4-BE49-F238E27FC236}">
                <a16:creationId xmlns:a16="http://schemas.microsoft.com/office/drawing/2014/main" id="{EED739A8-0927-4F2E-9625-EB03DBF588EB}"/>
              </a:ext>
            </a:extLst>
          </p:cNvPr>
          <p:cNvSpPr>
            <a:spLocks xmlns:a="http://schemas.openxmlformats.org/drawingml/2006/main" noGrp="1"/>
          </p:cNvSpPr>
          <p:nvPr/>
        </p:nvSpPr>
        <p:spPr>
          <a:xfrm xmlns:a="http://schemas.openxmlformats.org/drawingml/2006/main">
            <a:off x="1695450" y="3105150"/>
            <a:ext cx="1352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ctr">
              <a:defRPr sz="1125" b="1" i="0">
                <a:solidFill>
                  <a:srgbClr val="5D7180"/>
                </a:solidFill>
                <a:latin typeface="Aptos"/>
                <a:ea typeface="Aptos"/>
                <a:cs typeface="Aptos"/>
              </a:defRPr>
            </a:defPPr>
            <a:lvl1pPr algn="ctr">
              <a:defRPr sz="1125" b="1" i="0">
                <a:solidFill>
                  <a:srgbClr val="5D7180"/>
                </a:solidFill>
                <a:latin typeface="Aptos"/>
                <a:ea typeface="Aptos"/>
                <a:cs typeface="Aptos"/>
              </a:defRPr>
            </a:lvl1pPr>
            <a:lvl2pPr algn="ctr">
              <a:defRPr sz="1125" b="1" i="0">
                <a:solidFill>
                  <a:srgbClr val="5D7180"/>
                </a:solidFill>
                <a:latin typeface="Aptos"/>
                <a:ea typeface="Aptos"/>
                <a:cs typeface="Aptos"/>
              </a:defRPr>
            </a:lvl2pPr>
            <a:lvl3pPr algn="ctr">
              <a:defRPr sz="1125" b="1" i="0">
                <a:solidFill>
                  <a:srgbClr val="5D7180"/>
                </a:solidFill>
                <a:latin typeface="Aptos"/>
                <a:ea typeface="Aptos"/>
                <a:cs typeface="Aptos"/>
              </a:defRPr>
            </a:lvl3pPr>
            <a:lvl4pPr algn="ctr">
              <a:defRPr sz="1125" b="1" i="0">
                <a:solidFill>
                  <a:srgbClr val="5D7180"/>
                </a:solidFill>
                <a:latin typeface="Aptos"/>
                <a:ea typeface="Aptos"/>
                <a:cs typeface="Aptos"/>
              </a:defRPr>
            </a:lvl4pPr>
            <a:lvl5pPr algn="ctr">
              <a:defRPr sz="1125" b="1" i="0">
                <a:solidFill>
                  <a:srgbClr val="5D7180"/>
                </a:solidFill>
                <a:latin typeface="Aptos"/>
                <a:ea typeface="Aptos"/>
                <a:cs typeface="Aptos"/>
              </a:defRPr>
            </a:lvl5pPr>
            <a:lvl6pPr algn="ctr">
              <a:defRPr sz="1125" b="1" i="0">
                <a:solidFill>
                  <a:srgbClr val="5D7180"/>
                </a:solidFill>
                <a:latin typeface="Aptos"/>
                <a:ea typeface="Aptos"/>
                <a:cs typeface="Aptos"/>
              </a:defRPr>
            </a:lvl6pPr>
            <a:lvl7pPr algn="ctr">
              <a:defRPr sz="1125" b="1" i="0">
                <a:solidFill>
                  <a:srgbClr val="5D7180"/>
                </a:solidFill>
                <a:latin typeface="Aptos"/>
                <a:ea typeface="Aptos"/>
                <a:cs typeface="Aptos"/>
              </a:defRPr>
            </a:lvl7pPr>
            <a:lvl8pPr algn="ctr">
              <a:defRPr sz="1125" b="1" i="0">
                <a:solidFill>
                  <a:srgbClr val="5D7180"/>
                </a:solidFill>
                <a:latin typeface="Aptos"/>
                <a:ea typeface="Aptos"/>
                <a:cs typeface="Aptos"/>
              </a:defRPr>
            </a:lvl8pPr>
            <a:lvl9pPr algn="ctr">
              <a:defRPr sz="1125" b="1" i="0">
                <a:solidFill>
                  <a:srgbClr val="5D7180"/>
                </a:solidFill>
                <a:latin typeface="Aptos"/>
                <a:ea typeface="Aptos"/>
                <a:cs typeface="Aptos"/>
              </a:defRPr>
            </a:lvl9pPr>
          </a:lstStyle>
          <a:p xmlns:a="http://schemas.openxmlformats.org/drawingml/2006/main">
            <a:pPr algn="ctr">
              <a:defRPr sz="1125" b="1" i="0">
                <a:solidFill>
                  <a:srgbClr val="5D7180"/>
                </a:solidFill>
                <a:latin typeface="Aptos"/>
                <a:ea typeface="Aptos"/>
                <a:cs typeface="Aptos"/>
              </a:defRPr>
            </a:pPr>
            <a:r>
              <a:rPr sz="1125" b="1" i="0">
                <a:solidFill>
                  <a:srgbClr val="5D7180"/>
                </a:solidFill>
                <a:latin typeface="Aptos"/>
                <a:ea typeface="Aptos"/>
                <a:cs typeface="Aptos"/>
              </a:rPr>
              <a:t>FRACASO</a:t>
            </a:r>
          </a:p>
        </p:txBody>
      </p:sp>
      <p:sp>
        <p:nvSpPr>
          <p:cNvPr id="13" name="">
            <a:extLst xmlns:a="http://schemas.openxmlformats.org/drawingml/2006/main">
              <a:ext uri="{FF2B5EF4-FFF2-40B4-BE49-F238E27FC236}">
                <a16:creationId xmlns:a16="http://schemas.microsoft.com/office/drawing/2014/main" id="{1EEDA8D7-02D2-47D6-9C61-8BDDB1BF0B53}"/>
              </a:ext>
            </a:extLst>
          </p:cNvPr>
          <p:cNvSpPr>
            <a:spLocks xmlns:a="http://schemas.openxmlformats.org/drawingml/2006/main" noGrp="1"/>
          </p:cNvSpPr>
          <p:nvPr/>
        </p:nvSpPr>
        <p:spPr>
          <a:xfrm xmlns:a="http://schemas.openxmlformats.org/drawingml/2006/main">
            <a:off x="1695450" y="4124325"/>
            <a:ext cx="1352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ctr">
              <a:defRPr sz="1125" b="1" i="0">
                <a:solidFill>
                  <a:srgbClr val="5D7180"/>
                </a:solidFill>
                <a:latin typeface="Aptos"/>
                <a:ea typeface="Aptos"/>
                <a:cs typeface="Aptos"/>
              </a:defRPr>
            </a:defPPr>
            <a:lvl1pPr algn="ctr">
              <a:defRPr sz="1125" b="1" i="0">
                <a:solidFill>
                  <a:srgbClr val="5D7180"/>
                </a:solidFill>
                <a:latin typeface="Aptos"/>
                <a:ea typeface="Aptos"/>
                <a:cs typeface="Aptos"/>
              </a:defRPr>
            </a:lvl1pPr>
            <a:lvl2pPr algn="ctr">
              <a:defRPr sz="1125" b="1" i="0">
                <a:solidFill>
                  <a:srgbClr val="5D7180"/>
                </a:solidFill>
                <a:latin typeface="Aptos"/>
                <a:ea typeface="Aptos"/>
                <a:cs typeface="Aptos"/>
              </a:defRPr>
            </a:lvl2pPr>
            <a:lvl3pPr algn="ctr">
              <a:defRPr sz="1125" b="1" i="0">
                <a:solidFill>
                  <a:srgbClr val="5D7180"/>
                </a:solidFill>
                <a:latin typeface="Aptos"/>
                <a:ea typeface="Aptos"/>
                <a:cs typeface="Aptos"/>
              </a:defRPr>
            </a:lvl3pPr>
            <a:lvl4pPr algn="ctr">
              <a:defRPr sz="1125" b="1" i="0">
                <a:solidFill>
                  <a:srgbClr val="5D7180"/>
                </a:solidFill>
                <a:latin typeface="Aptos"/>
                <a:ea typeface="Aptos"/>
                <a:cs typeface="Aptos"/>
              </a:defRPr>
            </a:lvl4pPr>
            <a:lvl5pPr algn="ctr">
              <a:defRPr sz="1125" b="1" i="0">
                <a:solidFill>
                  <a:srgbClr val="5D7180"/>
                </a:solidFill>
                <a:latin typeface="Aptos"/>
                <a:ea typeface="Aptos"/>
                <a:cs typeface="Aptos"/>
              </a:defRPr>
            </a:lvl5pPr>
            <a:lvl6pPr algn="ctr">
              <a:defRPr sz="1125" b="1" i="0">
                <a:solidFill>
                  <a:srgbClr val="5D7180"/>
                </a:solidFill>
                <a:latin typeface="Aptos"/>
                <a:ea typeface="Aptos"/>
                <a:cs typeface="Aptos"/>
              </a:defRPr>
            </a:lvl6pPr>
            <a:lvl7pPr algn="ctr">
              <a:defRPr sz="1125" b="1" i="0">
                <a:solidFill>
                  <a:srgbClr val="5D7180"/>
                </a:solidFill>
                <a:latin typeface="Aptos"/>
                <a:ea typeface="Aptos"/>
                <a:cs typeface="Aptos"/>
              </a:defRPr>
            </a:lvl7pPr>
            <a:lvl8pPr algn="ctr">
              <a:defRPr sz="1125" b="1" i="0">
                <a:solidFill>
                  <a:srgbClr val="5D7180"/>
                </a:solidFill>
                <a:latin typeface="Aptos"/>
                <a:ea typeface="Aptos"/>
                <a:cs typeface="Aptos"/>
              </a:defRPr>
            </a:lvl8pPr>
            <a:lvl9pPr algn="ctr">
              <a:defRPr sz="1125" b="1" i="0">
                <a:solidFill>
                  <a:srgbClr val="5D7180"/>
                </a:solidFill>
                <a:latin typeface="Aptos"/>
                <a:ea typeface="Aptos"/>
                <a:cs typeface="Aptos"/>
              </a:defRPr>
            </a:lvl9pPr>
          </a:lstStyle>
          <a:p xmlns:a="http://schemas.openxmlformats.org/drawingml/2006/main">
            <a:pPr algn="ctr">
              <a:defRPr sz="1125" b="1" i="0">
                <a:solidFill>
                  <a:srgbClr val="5D7180"/>
                </a:solidFill>
                <a:latin typeface="Aptos"/>
                <a:ea typeface="Aptos"/>
                <a:cs typeface="Aptos"/>
              </a:defRPr>
            </a:pPr>
            <a:r>
              <a:rPr sz="1125" b="1" i="0">
                <a:solidFill>
                  <a:srgbClr val="5D7180"/>
                </a:solidFill>
                <a:latin typeface="Aptos"/>
                <a:ea typeface="Aptos"/>
                <a:cs typeface="Aptos"/>
              </a:rPr>
              <a:t>ÉXITO</a:t>
            </a:r>
          </a:p>
        </p:txBody>
      </p:sp>
      <p:sp>
        <p:nvSpPr>
          <p:cNvPr id="14" name="">
            <a:extLst xmlns:a="http://schemas.openxmlformats.org/drawingml/2006/main">
              <a:ext uri="{FF2B5EF4-FFF2-40B4-BE49-F238E27FC236}">
                <a16:creationId xmlns:a16="http://schemas.microsoft.com/office/drawing/2014/main" id="{6540BEC7-EE9E-420D-92C9-B7EDFFC64525}"/>
              </a:ext>
            </a:extLst>
          </p:cNvPr>
          <p:cNvSpPr>
            <a:spLocks xmlns:a="http://schemas.openxmlformats.org/drawingml/2006/main" noGrp="1"/>
          </p:cNvSpPr>
          <p:nvPr/>
        </p:nvSpPr>
        <p:spPr>
          <a:xfrm xmlns:a="http://schemas.openxmlformats.org/drawingml/2006/main">
            <a:off x="3200400" y="2886075"/>
            <a:ext cx="1524000" cy="838200"/>
          </a:xfrm>
          <a:prstGeom xmlns:a="http://schemas.openxmlformats.org/drawingml/2006/main" prst="roundRect">
            <a:avLst>
              <a:gd name="adj" fmla="val 9091"/>
            </a:avLst>
          </a:prstGeom>
          <a:solidFill xmlns:a="http://schemas.openxmlformats.org/drawingml/2006/main">
            <a:srgbClr val="DDF4F0"/>
          </a:solidFill>
          <a:ln xmlns:a="http://schemas.openxmlformats.org/drawingml/2006/main" w="19050">
            <a:solidFill>
              <a:srgbClr val="FFFFFF"/>
            </a:solidFill>
            <a:prstDash val="solid"/>
          </a:ln>
        </p:spPr>
      </p:sp>
      <p:sp>
        <p:nvSpPr>
          <p:cNvPr id="15" name="">
            <a:extLst xmlns:a="http://schemas.openxmlformats.org/drawingml/2006/main">
              <a:ext uri="{FF2B5EF4-FFF2-40B4-BE49-F238E27FC236}">
                <a16:creationId xmlns:a16="http://schemas.microsoft.com/office/drawing/2014/main" id="{BFC07649-492C-4BC9-BFE3-2B500117F8E3}"/>
              </a:ext>
            </a:extLst>
          </p:cNvPr>
          <p:cNvSpPr>
            <a:spLocks xmlns:a="http://schemas.openxmlformats.org/drawingml/2006/main" noGrp="1"/>
          </p:cNvSpPr>
          <p:nvPr/>
        </p:nvSpPr>
        <p:spPr>
          <a:xfrm xmlns:a="http://schemas.openxmlformats.org/drawingml/2006/main">
            <a:off x="3200400" y="3028950"/>
            <a:ext cx="1524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ctr">
              <a:defRPr sz="2550" b="1" i="0">
                <a:solidFill>
                  <a:srgbClr val="102B3F"/>
                </a:solidFill>
                <a:latin typeface="Aptos"/>
                <a:ea typeface="Aptos"/>
                <a:cs typeface="Aptos"/>
              </a:defRPr>
            </a:defPPr>
            <a:lvl1pPr algn="ctr">
              <a:defRPr sz="2550" b="1" i="0">
                <a:solidFill>
                  <a:srgbClr val="102B3F"/>
                </a:solidFill>
                <a:latin typeface="Aptos"/>
                <a:ea typeface="Aptos"/>
                <a:cs typeface="Aptos"/>
              </a:defRPr>
            </a:lvl1pPr>
            <a:lvl2pPr algn="ctr">
              <a:defRPr sz="2550" b="1" i="0">
                <a:solidFill>
                  <a:srgbClr val="102B3F"/>
                </a:solidFill>
                <a:latin typeface="Aptos"/>
                <a:ea typeface="Aptos"/>
                <a:cs typeface="Aptos"/>
              </a:defRPr>
            </a:lvl2pPr>
            <a:lvl3pPr algn="ctr">
              <a:defRPr sz="2550" b="1" i="0">
                <a:solidFill>
                  <a:srgbClr val="102B3F"/>
                </a:solidFill>
                <a:latin typeface="Aptos"/>
                <a:ea typeface="Aptos"/>
                <a:cs typeface="Aptos"/>
              </a:defRPr>
            </a:lvl3pPr>
            <a:lvl4pPr algn="ctr">
              <a:defRPr sz="2550" b="1" i="0">
                <a:solidFill>
                  <a:srgbClr val="102B3F"/>
                </a:solidFill>
                <a:latin typeface="Aptos"/>
                <a:ea typeface="Aptos"/>
                <a:cs typeface="Aptos"/>
              </a:defRPr>
            </a:lvl4pPr>
            <a:lvl5pPr algn="ctr">
              <a:defRPr sz="2550" b="1" i="0">
                <a:solidFill>
                  <a:srgbClr val="102B3F"/>
                </a:solidFill>
                <a:latin typeface="Aptos"/>
                <a:ea typeface="Aptos"/>
                <a:cs typeface="Aptos"/>
              </a:defRPr>
            </a:lvl5pPr>
            <a:lvl6pPr algn="ctr">
              <a:defRPr sz="2550" b="1" i="0">
                <a:solidFill>
                  <a:srgbClr val="102B3F"/>
                </a:solidFill>
                <a:latin typeface="Aptos"/>
                <a:ea typeface="Aptos"/>
                <a:cs typeface="Aptos"/>
              </a:defRPr>
            </a:lvl6pPr>
            <a:lvl7pPr algn="ctr">
              <a:defRPr sz="2550" b="1" i="0">
                <a:solidFill>
                  <a:srgbClr val="102B3F"/>
                </a:solidFill>
                <a:latin typeface="Aptos"/>
                <a:ea typeface="Aptos"/>
                <a:cs typeface="Aptos"/>
              </a:defRPr>
            </a:lvl7pPr>
            <a:lvl8pPr algn="ctr">
              <a:defRPr sz="2550" b="1" i="0">
                <a:solidFill>
                  <a:srgbClr val="102B3F"/>
                </a:solidFill>
                <a:latin typeface="Aptos"/>
                <a:ea typeface="Aptos"/>
                <a:cs typeface="Aptos"/>
              </a:defRPr>
            </a:lvl8pPr>
            <a:lvl9pPr algn="ctr">
              <a:defRPr sz="2550" b="1" i="0">
                <a:solidFill>
                  <a:srgbClr val="102B3F"/>
                </a:solidFill>
                <a:latin typeface="Aptos"/>
                <a:ea typeface="Aptos"/>
                <a:cs typeface="Aptos"/>
              </a:defRPr>
            </a:lvl9pPr>
          </a:lstStyle>
          <a:p xmlns:a="http://schemas.openxmlformats.org/drawingml/2006/main">
            <a:pPr algn="ctr">
              <a:defRPr sz="2550" b="1" i="0">
                <a:solidFill>
                  <a:srgbClr val="102B3F"/>
                </a:solidFill>
                <a:latin typeface="Aptos"/>
                <a:ea typeface="Aptos"/>
                <a:cs typeface="Aptos"/>
              </a:defRPr>
            </a:pPr>
            <a:r>
              <a:rPr sz="2550" b="1" i="0">
                <a:solidFill>
                  <a:srgbClr val="102B3F"/>
                </a:solidFill>
                <a:latin typeface="Aptos"/>
                <a:ea typeface="Aptos"/>
                <a:cs typeface="Aptos"/>
              </a:rPr>
              <a:t>144</a:t>
            </a:r>
          </a:p>
        </p:txBody>
      </p:sp>
      <p:sp>
        <p:nvSpPr>
          <p:cNvPr id="16" name="">
            <a:extLst xmlns:a="http://schemas.openxmlformats.org/drawingml/2006/main">
              <a:ext uri="{FF2B5EF4-FFF2-40B4-BE49-F238E27FC236}">
                <a16:creationId xmlns:a16="http://schemas.microsoft.com/office/drawing/2014/main" id="{00838530-FF23-4C66-9697-2A9893AC8013}"/>
              </a:ext>
            </a:extLst>
          </p:cNvPr>
          <p:cNvSpPr>
            <a:spLocks xmlns:a="http://schemas.openxmlformats.org/drawingml/2006/main" noGrp="1"/>
          </p:cNvSpPr>
          <p:nvPr/>
        </p:nvSpPr>
        <p:spPr>
          <a:xfrm xmlns:a="http://schemas.openxmlformats.org/drawingml/2006/main">
            <a:off x="4781550" y="2886075"/>
            <a:ext cx="1524000" cy="838200"/>
          </a:xfrm>
          <a:prstGeom xmlns:a="http://schemas.openxmlformats.org/drawingml/2006/main" prst="roundRect">
            <a:avLst>
              <a:gd name="adj" fmla="val 9091"/>
            </a:avLst>
          </a:prstGeom>
          <a:solidFill xmlns:a="http://schemas.openxmlformats.org/drawingml/2006/main">
            <a:srgbClr val="F9E5DE"/>
          </a:solidFill>
          <a:ln xmlns:a="http://schemas.openxmlformats.org/drawingml/2006/main" w="19050">
            <a:solidFill>
              <a:srgbClr val="FFFFFF"/>
            </a:solidFill>
            <a:prstDash val="solid"/>
          </a:ln>
        </p:spPr>
      </p:sp>
      <p:sp>
        <p:nvSpPr>
          <p:cNvPr id="17" name="">
            <a:extLst xmlns:a="http://schemas.openxmlformats.org/drawingml/2006/main">
              <a:ext uri="{FF2B5EF4-FFF2-40B4-BE49-F238E27FC236}">
                <a16:creationId xmlns:a16="http://schemas.microsoft.com/office/drawing/2014/main" id="{98E12BA6-71E7-48FA-AB4F-0668BCDA9BE4}"/>
              </a:ext>
            </a:extLst>
          </p:cNvPr>
          <p:cNvSpPr>
            <a:spLocks xmlns:a="http://schemas.openxmlformats.org/drawingml/2006/main" noGrp="1"/>
          </p:cNvSpPr>
          <p:nvPr/>
        </p:nvSpPr>
        <p:spPr>
          <a:xfrm xmlns:a="http://schemas.openxmlformats.org/drawingml/2006/main">
            <a:off x="4781550" y="3028950"/>
            <a:ext cx="1524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ctr">
              <a:defRPr sz="2550" b="1" i="0">
                <a:solidFill>
                  <a:srgbClr val="D96C54"/>
                </a:solidFill>
                <a:latin typeface="Aptos"/>
                <a:ea typeface="Aptos"/>
                <a:cs typeface="Aptos"/>
              </a:defRPr>
            </a:defPPr>
            <a:lvl1pPr algn="ctr">
              <a:defRPr sz="2550" b="1" i="0">
                <a:solidFill>
                  <a:srgbClr val="D96C54"/>
                </a:solidFill>
                <a:latin typeface="Aptos"/>
                <a:ea typeface="Aptos"/>
                <a:cs typeface="Aptos"/>
              </a:defRPr>
            </a:lvl1pPr>
            <a:lvl2pPr algn="ctr">
              <a:defRPr sz="2550" b="1" i="0">
                <a:solidFill>
                  <a:srgbClr val="D96C54"/>
                </a:solidFill>
                <a:latin typeface="Aptos"/>
                <a:ea typeface="Aptos"/>
                <a:cs typeface="Aptos"/>
              </a:defRPr>
            </a:lvl2pPr>
            <a:lvl3pPr algn="ctr">
              <a:defRPr sz="2550" b="1" i="0">
                <a:solidFill>
                  <a:srgbClr val="D96C54"/>
                </a:solidFill>
                <a:latin typeface="Aptos"/>
                <a:ea typeface="Aptos"/>
                <a:cs typeface="Aptos"/>
              </a:defRPr>
            </a:lvl3pPr>
            <a:lvl4pPr algn="ctr">
              <a:defRPr sz="2550" b="1" i="0">
                <a:solidFill>
                  <a:srgbClr val="D96C54"/>
                </a:solidFill>
                <a:latin typeface="Aptos"/>
                <a:ea typeface="Aptos"/>
                <a:cs typeface="Aptos"/>
              </a:defRPr>
            </a:lvl4pPr>
            <a:lvl5pPr algn="ctr">
              <a:defRPr sz="2550" b="1" i="0">
                <a:solidFill>
                  <a:srgbClr val="D96C54"/>
                </a:solidFill>
                <a:latin typeface="Aptos"/>
                <a:ea typeface="Aptos"/>
                <a:cs typeface="Aptos"/>
              </a:defRPr>
            </a:lvl5pPr>
            <a:lvl6pPr algn="ctr">
              <a:defRPr sz="2550" b="1" i="0">
                <a:solidFill>
                  <a:srgbClr val="D96C54"/>
                </a:solidFill>
                <a:latin typeface="Aptos"/>
                <a:ea typeface="Aptos"/>
                <a:cs typeface="Aptos"/>
              </a:defRPr>
            </a:lvl6pPr>
            <a:lvl7pPr algn="ctr">
              <a:defRPr sz="2550" b="1" i="0">
                <a:solidFill>
                  <a:srgbClr val="D96C54"/>
                </a:solidFill>
                <a:latin typeface="Aptos"/>
                <a:ea typeface="Aptos"/>
                <a:cs typeface="Aptos"/>
              </a:defRPr>
            </a:lvl7pPr>
            <a:lvl8pPr algn="ctr">
              <a:defRPr sz="2550" b="1" i="0">
                <a:solidFill>
                  <a:srgbClr val="D96C54"/>
                </a:solidFill>
                <a:latin typeface="Aptos"/>
                <a:ea typeface="Aptos"/>
                <a:cs typeface="Aptos"/>
              </a:defRPr>
            </a:lvl8pPr>
            <a:lvl9pPr algn="ctr">
              <a:defRPr sz="2550" b="1" i="0">
                <a:solidFill>
                  <a:srgbClr val="D96C54"/>
                </a:solidFill>
                <a:latin typeface="Aptos"/>
                <a:ea typeface="Aptos"/>
                <a:cs typeface="Aptos"/>
              </a:defRPr>
            </a:lvl9pPr>
          </a:lstStyle>
          <a:p xmlns:a="http://schemas.openxmlformats.org/drawingml/2006/main">
            <a:pPr algn="ctr">
              <a:defRPr sz="2550" b="1" i="0">
                <a:solidFill>
                  <a:srgbClr val="D96C54"/>
                </a:solidFill>
                <a:latin typeface="Aptos"/>
                <a:ea typeface="Aptos"/>
                <a:cs typeface="Aptos"/>
              </a:defRPr>
            </a:pPr>
            <a:r>
              <a:rPr sz="2550" b="1" i="0">
                <a:solidFill>
                  <a:srgbClr val="D96C54"/>
                </a:solidFill>
                <a:latin typeface="Aptos"/>
                <a:ea typeface="Aptos"/>
                <a:cs typeface="Aptos"/>
              </a:rPr>
              <a:t>140</a:t>
            </a:r>
          </a:p>
        </p:txBody>
      </p:sp>
      <p:sp>
        <p:nvSpPr>
          <p:cNvPr id="18" name="">
            <a:extLst xmlns:a="http://schemas.openxmlformats.org/drawingml/2006/main">
              <a:ext uri="{FF2B5EF4-FFF2-40B4-BE49-F238E27FC236}">
                <a16:creationId xmlns:a16="http://schemas.microsoft.com/office/drawing/2014/main" id="{BB5ADAFF-AF80-4B69-AF73-4709D6A15D76}"/>
              </a:ext>
            </a:extLst>
          </p:cNvPr>
          <p:cNvSpPr>
            <a:spLocks xmlns:a="http://schemas.openxmlformats.org/drawingml/2006/main" noGrp="1"/>
          </p:cNvSpPr>
          <p:nvPr/>
        </p:nvSpPr>
        <p:spPr>
          <a:xfrm xmlns:a="http://schemas.openxmlformats.org/drawingml/2006/main">
            <a:off x="3200400" y="3771900"/>
            <a:ext cx="1524000" cy="838200"/>
          </a:xfrm>
          <a:prstGeom xmlns:a="http://schemas.openxmlformats.org/drawingml/2006/main" prst="roundRect">
            <a:avLst>
              <a:gd name="adj" fmla="val 9091"/>
            </a:avLst>
          </a:prstGeom>
          <a:solidFill xmlns:a="http://schemas.openxmlformats.org/drawingml/2006/main">
            <a:srgbClr val="F9E5DE"/>
          </a:solidFill>
          <a:ln xmlns:a="http://schemas.openxmlformats.org/drawingml/2006/main" w="19050">
            <a:solidFill>
              <a:srgbClr val="FFFFFF"/>
            </a:solidFill>
            <a:prstDash val="solid"/>
          </a:ln>
        </p:spPr>
      </p:sp>
      <p:sp>
        <p:nvSpPr>
          <p:cNvPr id="19" name="">
            <a:extLst xmlns:a="http://schemas.openxmlformats.org/drawingml/2006/main">
              <a:ext uri="{FF2B5EF4-FFF2-40B4-BE49-F238E27FC236}">
                <a16:creationId xmlns:a16="http://schemas.microsoft.com/office/drawing/2014/main" id="{75A1D80B-C651-4AF9-BDD4-9CBCF0D47FF8}"/>
              </a:ext>
            </a:extLst>
          </p:cNvPr>
          <p:cNvSpPr>
            <a:spLocks xmlns:a="http://schemas.openxmlformats.org/drawingml/2006/main" noGrp="1"/>
          </p:cNvSpPr>
          <p:nvPr/>
        </p:nvSpPr>
        <p:spPr>
          <a:xfrm xmlns:a="http://schemas.openxmlformats.org/drawingml/2006/main">
            <a:off x="3200400" y="3914775"/>
            <a:ext cx="1524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ctr">
              <a:defRPr sz="2550" b="1" i="0">
                <a:solidFill>
                  <a:srgbClr val="D96C54"/>
                </a:solidFill>
                <a:latin typeface="Aptos"/>
                <a:ea typeface="Aptos"/>
                <a:cs typeface="Aptos"/>
              </a:defRPr>
            </a:defPPr>
            <a:lvl1pPr algn="ctr">
              <a:defRPr sz="2550" b="1" i="0">
                <a:solidFill>
                  <a:srgbClr val="D96C54"/>
                </a:solidFill>
                <a:latin typeface="Aptos"/>
                <a:ea typeface="Aptos"/>
                <a:cs typeface="Aptos"/>
              </a:defRPr>
            </a:lvl1pPr>
            <a:lvl2pPr algn="ctr">
              <a:defRPr sz="2550" b="1" i="0">
                <a:solidFill>
                  <a:srgbClr val="D96C54"/>
                </a:solidFill>
                <a:latin typeface="Aptos"/>
                <a:ea typeface="Aptos"/>
                <a:cs typeface="Aptos"/>
              </a:defRPr>
            </a:lvl2pPr>
            <a:lvl3pPr algn="ctr">
              <a:defRPr sz="2550" b="1" i="0">
                <a:solidFill>
                  <a:srgbClr val="D96C54"/>
                </a:solidFill>
                <a:latin typeface="Aptos"/>
                <a:ea typeface="Aptos"/>
                <a:cs typeface="Aptos"/>
              </a:defRPr>
            </a:lvl3pPr>
            <a:lvl4pPr algn="ctr">
              <a:defRPr sz="2550" b="1" i="0">
                <a:solidFill>
                  <a:srgbClr val="D96C54"/>
                </a:solidFill>
                <a:latin typeface="Aptos"/>
                <a:ea typeface="Aptos"/>
                <a:cs typeface="Aptos"/>
              </a:defRPr>
            </a:lvl4pPr>
            <a:lvl5pPr algn="ctr">
              <a:defRPr sz="2550" b="1" i="0">
                <a:solidFill>
                  <a:srgbClr val="D96C54"/>
                </a:solidFill>
                <a:latin typeface="Aptos"/>
                <a:ea typeface="Aptos"/>
                <a:cs typeface="Aptos"/>
              </a:defRPr>
            </a:lvl5pPr>
            <a:lvl6pPr algn="ctr">
              <a:defRPr sz="2550" b="1" i="0">
                <a:solidFill>
                  <a:srgbClr val="D96C54"/>
                </a:solidFill>
                <a:latin typeface="Aptos"/>
                <a:ea typeface="Aptos"/>
                <a:cs typeface="Aptos"/>
              </a:defRPr>
            </a:lvl6pPr>
            <a:lvl7pPr algn="ctr">
              <a:defRPr sz="2550" b="1" i="0">
                <a:solidFill>
                  <a:srgbClr val="D96C54"/>
                </a:solidFill>
                <a:latin typeface="Aptos"/>
                <a:ea typeface="Aptos"/>
                <a:cs typeface="Aptos"/>
              </a:defRPr>
            </a:lvl7pPr>
            <a:lvl8pPr algn="ctr">
              <a:defRPr sz="2550" b="1" i="0">
                <a:solidFill>
                  <a:srgbClr val="D96C54"/>
                </a:solidFill>
                <a:latin typeface="Aptos"/>
                <a:ea typeface="Aptos"/>
                <a:cs typeface="Aptos"/>
              </a:defRPr>
            </a:lvl8pPr>
            <a:lvl9pPr algn="ctr">
              <a:defRPr sz="2550" b="1" i="0">
                <a:solidFill>
                  <a:srgbClr val="D96C54"/>
                </a:solidFill>
                <a:latin typeface="Aptos"/>
                <a:ea typeface="Aptos"/>
                <a:cs typeface="Aptos"/>
              </a:defRPr>
            </a:lvl9pPr>
          </a:lstStyle>
          <a:p xmlns:a="http://schemas.openxmlformats.org/drawingml/2006/main">
            <a:pPr algn="ctr">
              <a:defRPr sz="2550" b="1" i="0">
                <a:solidFill>
                  <a:srgbClr val="D96C54"/>
                </a:solidFill>
                <a:latin typeface="Aptos"/>
                <a:ea typeface="Aptos"/>
                <a:cs typeface="Aptos"/>
              </a:defRPr>
            </a:pPr>
            <a:r>
              <a:rPr sz="2550" b="1" i="0">
                <a:solidFill>
                  <a:srgbClr val="D96C54"/>
                </a:solidFill>
                <a:latin typeface="Aptos"/>
                <a:ea typeface="Aptos"/>
                <a:cs typeface="Aptos"/>
              </a:rPr>
              <a:t>99</a:t>
            </a:r>
          </a:p>
        </p:txBody>
      </p:sp>
      <p:sp>
        <p:nvSpPr>
          <p:cNvPr id="20" name="">
            <a:extLst xmlns:a="http://schemas.openxmlformats.org/drawingml/2006/main">
              <a:ext uri="{FF2B5EF4-FFF2-40B4-BE49-F238E27FC236}">
                <a16:creationId xmlns:a16="http://schemas.microsoft.com/office/drawing/2014/main" id="{87C6C7B5-0C1A-43CB-A65F-B5018E71F8C2}"/>
              </a:ext>
            </a:extLst>
          </p:cNvPr>
          <p:cNvSpPr>
            <a:spLocks xmlns:a="http://schemas.openxmlformats.org/drawingml/2006/main" noGrp="1"/>
          </p:cNvSpPr>
          <p:nvPr/>
        </p:nvSpPr>
        <p:spPr>
          <a:xfrm xmlns:a="http://schemas.openxmlformats.org/drawingml/2006/main">
            <a:off x="4781550" y="3771900"/>
            <a:ext cx="1524000" cy="838200"/>
          </a:xfrm>
          <a:prstGeom xmlns:a="http://schemas.openxmlformats.org/drawingml/2006/main" prst="roundRect">
            <a:avLst>
              <a:gd name="adj" fmla="val 9091"/>
            </a:avLst>
          </a:prstGeom>
          <a:solidFill xmlns:a="http://schemas.openxmlformats.org/drawingml/2006/main">
            <a:srgbClr val="DDF4F0"/>
          </a:solidFill>
          <a:ln xmlns:a="http://schemas.openxmlformats.org/drawingml/2006/main" w="19050">
            <a:solidFill>
              <a:srgbClr val="FFFFFF"/>
            </a:solidFill>
            <a:prstDash val="solid"/>
          </a:ln>
        </p:spPr>
      </p:sp>
      <p:sp>
        <p:nvSpPr>
          <p:cNvPr id="21" name="">
            <a:extLst xmlns:a="http://schemas.openxmlformats.org/drawingml/2006/main">
              <a:ext uri="{FF2B5EF4-FFF2-40B4-BE49-F238E27FC236}">
                <a16:creationId xmlns:a16="http://schemas.microsoft.com/office/drawing/2014/main" id="{01626391-20C0-47B3-B214-86DD9EB41C03}"/>
              </a:ext>
            </a:extLst>
          </p:cNvPr>
          <p:cNvSpPr>
            <a:spLocks xmlns:a="http://schemas.openxmlformats.org/drawingml/2006/main" noGrp="1"/>
          </p:cNvSpPr>
          <p:nvPr/>
        </p:nvSpPr>
        <p:spPr>
          <a:xfrm xmlns:a="http://schemas.openxmlformats.org/drawingml/2006/main">
            <a:off x="4781550" y="3914775"/>
            <a:ext cx="1524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ctr">
              <a:defRPr sz="2550" b="1" i="0">
                <a:solidFill>
                  <a:srgbClr val="102B3F"/>
                </a:solidFill>
                <a:latin typeface="Aptos"/>
                <a:ea typeface="Aptos"/>
                <a:cs typeface="Aptos"/>
              </a:defRPr>
            </a:defPPr>
            <a:lvl1pPr algn="ctr">
              <a:defRPr sz="2550" b="1" i="0">
                <a:solidFill>
                  <a:srgbClr val="102B3F"/>
                </a:solidFill>
                <a:latin typeface="Aptos"/>
                <a:ea typeface="Aptos"/>
                <a:cs typeface="Aptos"/>
              </a:defRPr>
            </a:lvl1pPr>
            <a:lvl2pPr algn="ctr">
              <a:defRPr sz="2550" b="1" i="0">
                <a:solidFill>
                  <a:srgbClr val="102B3F"/>
                </a:solidFill>
                <a:latin typeface="Aptos"/>
                <a:ea typeface="Aptos"/>
                <a:cs typeface="Aptos"/>
              </a:defRPr>
            </a:lvl2pPr>
            <a:lvl3pPr algn="ctr">
              <a:defRPr sz="2550" b="1" i="0">
                <a:solidFill>
                  <a:srgbClr val="102B3F"/>
                </a:solidFill>
                <a:latin typeface="Aptos"/>
                <a:ea typeface="Aptos"/>
                <a:cs typeface="Aptos"/>
              </a:defRPr>
            </a:lvl3pPr>
            <a:lvl4pPr algn="ctr">
              <a:defRPr sz="2550" b="1" i="0">
                <a:solidFill>
                  <a:srgbClr val="102B3F"/>
                </a:solidFill>
                <a:latin typeface="Aptos"/>
                <a:ea typeface="Aptos"/>
                <a:cs typeface="Aptos"/>
              </a:defRPr>
            </a:lvl4pPr>
            <a:lvl5pPr algn="ctr">
              <a:defRPr sz="2550" b="1" i="0">
                <a:solidFill>
                  <a:srgbClr val="102B3F"/>
                </a:solidFill>
                <a:latin typeface="Aptos"/>
                <a:ea typeface="Aptos"/>
                <a:cs typeface="Aptos"/>
              </a:defRPr>
            </a:lvl5pPr>
            <a:lvl6pPr algn="ctr">
              <a:defRPr sz="2550" b="1" i="0">
                <a:solidFill>
                  <a:srgbClr val="102B3F"/>
                </a:solidFill>
                <a:latin typeface="Aptos"/>
                <a:ea typeface="Aptos"/>
                <a:cs typeface="Aptos"/>
              </a:defRPr>
            </a:lvl6pPr>
            <a:lvl7pPr algn="ctr">
              <a:defRPr sz="2550" b="1" i="0">
                <a:solidFill>
                  <a:srgbClr val="102B3F"/>
                </a:solidFill>
                <a:latin typeface="Aptos"/>
                <a:ea typeface="Aptos"/>
                <a:cs typeface="Aptos"/>
              </a:defRPr>
            </a:lvl7pPr>
            <a:lvl8pPr algn="ctr">
              <a:defRPr sz="2550" b="1" i="0">
                <a:solidFill>
                  <a:srgbClr val="102B3F"/>
                </a:solidFill>
                <a:latin typeface="Aptos"/>
                <a:ea typeface="Aptos"/>
                <a:cs typeface="Aptos"/>
              </a:defRPr>
            </a:lvl8pPr>
            <a:lvl9pPr algn="ctr">
              <a:defRPr sz="2550" b="1" i="0">
                <a:solidFill>
                  <a:srgbClr val="102B3F"/>
                </a:solidFill>
                <a:latin typeface="Aptos"/>
                <a:ea typeface="Aptos"/>
                <a:cs typeface="Aptos"/>
              </a:defRPr>
            </a:lvl9pPr>
          </a:lstStyle>
          <a:p xmlns:a="http://schemas.openxmlformats.org/drawingml/2006/main">
            <a:pPr algn="ctr">
              <a:defRPr sz="2550" b="1" i="0">
                <a:solidFill>
                  <a:srgbClr val="102B3F"/>
                </a:solidFill>
                <a:latin typeface="Aptos"/>
                <a:ea typeface="Aptos"/>
                <a:cs typeface="Aptos"/>
              </a:defRPr>
            </a:pPr>
            <a:r>
              <a:rPr sz="2550" b="1" i="0">
                <a:solidFill>
                  <a:srgbClr val="102B3F"/>
                </a:solidFill>
                <a:latin typeface="Aptos"/>
                <a:ea typeface="Aptos"/>
                <a:cs typeface="Aptos"/>
              </a:rPr>
              <a:t>263</a:t>
            </a:r>
          </a:p>
        </p:txBody>
      </p:sp>
      <p:sp>
        <p:nvSpPr>
          <p:cNvPr id="22" name="">
            <a:extLst xmlns:a="http://schemas.openxmlformats.org/drawingml/2006/main">
              <a:ext uri="{FF2B5EF4-FFF2-40B4-BE49-F238E27FC236}">
                <a16:creationId xmlns:a16="http://schemas.microsoft.com/office/drawing/2014/main" id="{9F7FF6AC-8AFD-46F0-9C34-7D1F86CB18B6}"/>
              </a:ext>
            </a:extLst>
          </p:cNvPr>
          <p:cNvSpPr>
            <a:spLocks xmlns:a="http://schemas.openxmlformats.org/drawingml/2006/main" noGrp="1"/>
          </p:cNvSpPr>
          <p:nvPr/>
        </p:nvSpPr>
        <p:spPr>
          <a:xfrm xmlns:a="http://schemas.openxmlformats.org/drawingml/2006/main">
            <a:off x="3305175" y="3533775"/>
            <a:ext cx="533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900" b="1" i="0">
                <a:solidFill>
                  <a:srgbClr val="5D7180"/>
                </a:solidFill>
                <a:latin typeface="Aptos"/>
                <a:ea typeface="Aptos"/>
                <a:cs typeface="Aptos"/>
              </a:defRPr>
            </a:defPPr>
            <a:lvl1pPr algn="l">
              <a:defRPr sz="900" b="1" i="0">
                <a:solidFill>
                  <a:srgbClr val="5D7180"/>
                </a:solidFill>
                <a:latin typeface="Aptos"/>
                <a:ea typeface="Aptos"/>
                <a:cs typeface="Aptos"/>
              </a:defRPr>
            </a:lvl1pPr>
            <a:lvl2pPr algn="l">
              <a:defRPr sz="900" b="1" i="0">
                <a:solidFill>
                  <a:srgbClr val="5D7180"/>
                </a:solidFill>
                <a:latin typeface="Aptos"/>
                <a:ea typeface="Aptos"/>
                <a:cs typeface="Aptos"/>
              </a:defRPr>
            </a:lvl2pPr>
            <a:lvl3pPr algn="l">
              <a:defRPr sz="900" b="1" i="0">
                <a:solidFill>
                  <a:srgbClr val="5D7180"/>
                </a:solidFill>
                <a:latin typeface="Aptos"/>
                <a:ea typeface="Aptos"/>
                <a:cs typeface="Aptos"/>
              </a:defRPr>
            </a:lvl3pPr>
            <a:lvl4pPr algn="l">
              <a:defRPr sz="900" b="1" i="0">
                <a:solidFill>
                  <a:srgbClr val="5D7180"/>
                </a:solidFill>
                <a:latin typeface="Aptos"/>
                <a:ea typeface="Aptos"/>
                <a:cs typeface="Aptos"/>
              </a:defRPr>
            </a:lvl4pPr>
            <a:lvl5pPr algn="l">
              <a:defRPr sz="900" b="1" i="0">
                <a:solidFill>
                  <a:srgbClr val="5D7180"/>
                </a:solidFill>
                <a:latin typeface="Aptos"/>
                <a:ea typeface="Aptos"/>
                <a:cs typeface="Aptos"/>
              </a:defRPr>
            </a:lvl5pPr>
            <a:lvl6pPr algn="l">
              <a:defRPr sz="900" b="1" i="0">
                <a:solidFill>
                  <a:srgbClr val="5D7180"/>
                </a:solidFill>
                <a:latin typeface="Aptos"/>
                <a:ea typeface="Aptos"/>
                <a:cs typeface="Aptos"/>
              </a:defRPr>
            </a:lvl6pPr>
            <a:lvl7pPr algn="l">
              <a:defRPr sz="900" b="1" i="0">
                <a:solidFill>
                  <a:srgbClr val="5D7180"/>
                </a:solidFill>
                <a:latin typeface="Aptos"/>
                <a:ea typeface="Aptos"/>
                <a:cs typeface="Aptos"/>
              </a:defRPr>
            </a:lvl7pPr>
            <a:lvl8pPr algn="l">
              <a:defRPr sz="900" b="1" i="0">
                <a:solidFill>
                  <a:srgbClr val="5D7180"/>
                </a:solidFill>
                <a:latin typeface="Aptos"/>
                <a:ea typeface="Aptos"/>
                <a:cs typeface="Aptos"/>
              </a:defRPr>
            </a:lvl8pPr>
            <a:lvl9pPr algn="l">
              <a:defRPr sz="900" b="1" i="0">
                <a:solidFill>
                  <a:srgbClr val="5D7180"/>
                </a:solidFill>
                <a:latin typeface="Aptos"/>
                <a:ea typeface="Aptos"/>
                <a:cs typeface="Aptos"/>
              </a:defRPr>
            </a:lvl9pPr>
          </a:lstStyle>
          <a:p xmlns:a="http://schemas.openxmlformats.org/drawingml/2006/main">
            <a:pPr algn="l">
              <a:defRPr sz="900" b="1" i="0">
                <a:solidFill>
                  <a:srgbClr val="5D7180"/>
                </a:solidFill>
                <a:latin typeface="Aptos"/>
                <a:ea typeface="Aptos"/>
                <a:cs typeface="Aptos"/>
              </a:defRPr>
            </a:pPr>
            <a:r>
              <a:rPr sz="900" b="1" i="0">
                <a:solidFill>
                  <a:srgbClr val="5D7180"/>
                </a:solidFill>
                <a:latin typeface="Aptos"/>
                <a:ea typeface="Aptos"/>
                <a:cs typeface="Aptos"/>
              </a:rPr>
              <a:t>TN</a:t>
            </a:r>
          </a:p>
        </p:txBody>
      </p:sp>
      <p:sp>
        <p:nvSpPr>
          <p:cNvPr id="23" name="">
            <a:extLst xmlns:a="http://schemas.openxmlformats.org/drawingml/2006/main">
              <a:ext uri="{FF2B5EF4-FFF2-40B4-BE49-F238E27FC236}">
                <a16:creationId xmlns:a16="http://schemas.microsoft.com/office/drawing/2014/main" id="{B83129D2-021F-49EE-AC7B-998971EB1B72}"/>
              </a:ext>
            </a:extLst>
          </p:cNvPr>
          <p:cNvSpPr>
            <a:spLocks xmlns:a="http://schemas.openxmlformats.org/drawingml/2006/main" noGrp="1"/>
          </p:cNvSpPr>
          <p:nvPr/>
        </p:nvSpPr>
        <p:spPr>
          <a:xfrm xmlns:a="http://schemas.openxmlformats.org/drawingml/2006/main">
            <a:off x="4876800" y="3533775"/>
            <a:ext cx="533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900" b="1" i="0">
                <a:solidFill>
                  <a:srgbClr val="5D7180"/>
                </a:solidFill>
                <a:latin typeface="Aptos"/>
                <a:ea typeface="Aptos"/>
                <a:cs typeface="Aptos"/>
              </a:defRPr>
            </a:defPPr>
            <a:lvl1pPr algn="l">
              <a:defRPr sz="900" b="1" i="0">
                <a:solidFill>
                  <a:srgbClr val="5D7180"/>
                </a:solidFill>
                <a:latin typeface="Aptos"/>
                <a:ea typeface="Aptos"/>
                <a:cs typeface="Aptos"/>
              </a:defRPr>
            </a:lvl1pPr>
            <a:lvl2pPr algn="l">
              <a:defRPr sz="900" b="1" i="0">
                <a:solidFill>
                  <a:srgbClr val="5D7180"/>
                </a:solidFill>
                <a:latin typeface="Aptos"/>
                <a:ea typeface="Aptos"/>
                <a:cs typeface="Aptos"/>
              </a:defRPr>
            </a:lvl2pPr>
            <a:lvl3pPr algn="l">
              <a:defRPr sz="900" b="1" i="0">
                <a:solidFill>
                  <a:srgbClr val="5D7180"/>
                </a:solidFill>
                <a:latin typeface="Aptos"/>
                <a:ea typeface="Aptos"/>
                <a:cs typeface="Aptos"/>
              </a:defRPr>
            </a:lvl3pPr>
            <a:lvl4pPr algn="l">
              <a:defRPr sz="900" b="1" i="0">
                <a:solidFill>
                  <a:srgbClr val="5D7180"/>
                </a:solidFill>
                <a:latin typeface="Aptos"/>
                <a:ea typeface="Aptos"/>
                <a:cs typeface="Aptos"/>
              </a:defRPr>
            </a:lvl4pPr>
            <a:lvl5pPr algn="l">
              <a:defRPr sz="900" b="1" i="0">
                <a:solidFill>
                  <a:srgbClr val="5D7180"/>
                </a:solidFill>
                <a:latin typeface="Aptos"/>
                <a:ea typeface="Aptos"/>
                <a:cs typeface="Aptos"/>
              </a:defRPr>
            </a:lvl5pPr>
            <a:lvl6pPr algn="l">
              <a:defRPr sz="900" b="1" i="0">
                <a:solidFill>
                  <a:srgbClr val="5D7180"/>
                </a:solidFill>
                <a:latin typeface="Aptos"/>
                <a:ea typeface="Aptos"/>
                <a:cs typeface="Aptos"/>
              </a:defRPr>
            </a:lvl6pPr>
            <a:lvl7pPr algn="l">
              <a:defRPr sz="900" b="1" i="0">
                <a:solidFill>
                  <a:srgbClr val="5D7180"/>
                </a:solidFill>
                <a:latin typeface="Aptos"/>
                <a:ea typeface="Aptos"/>
                <a:cs typeface="Aptos"/>
              </a:defRPr>
            </a:lvl7pPr>
            <a:lvl8pPr algn="l">
              <a:defRPr sz="900" b="1" i="0">
                <a:solidFill>
                  <a:srgbClr val="5D7180"/>
                </a:solidFill>
                <a:latin typeface="Aptos"/>
                <a:ea typeface="Aptos"/>
                <a:cs typeface="Aptos"/>
              </a:defRPr>
            </a:lvl8pPr>
            <a:lvl9pPr algn="l">
              <a:defRPr sz="900" b="1" i="0">
                <a:solidFill>
                  <a:srgbClr val="5D7180"/>
                </a:solidFill>
                <a:latin typeface="Aptos"/>
                <a:ea typeface="Aptos"/>
                <a:cs typeface="Aptos"/>
              </a:defRPr>
            </a:lvl9pPr>
          </a:lstStyle>
          <a:p xmlns:a="http://schemas.openxmlformats.org/drawingml/2006/main">
            <a:pPr algn="l">
              <a:defRPr sz="900" b="1" i="0">
                <a:solidFill>
                  <a:srgbClr val="5D7180"/>
                </a:solidFill>
                <a:latin typeface="Aptos"/>
                <a:ea typeface="Aptos"/>
                <a:cs typeface="Aptos"/>
              </a:defRPr>
            </a:pPr>
            <a:r>
              <a:rPr sz="900" b="1" i="0">
                <a:solidFill>
                  <a:srgbClr val="5D7180"/>
                </a:solidFill>
                <a:latin typeface="Aptos"/>
                <a:ea typeface="Aptos"/>
                <a:cs typeface="Aptos"/>
              </a:rPr>
              <a:t>FP</a:t>
            </a:r>
          </a:p>
        </p:txBody>
      </p:sp>
      <p:sp>
        <p:nvSpPr>
          <p:cNvPr id="24" name="">
            <a:extLst xmlns:a="http://schemas.openxmlformats.org/drawingml/2006/main">
              <a:ext uri="{FF2B5EF4-FFF2-40B4-BE49-F238E27FC236}">
                <a16:creationId xmlns:a16="http://schemas.microsoft.com/office/drawing/2014/main" id="{EDB0087F-A092-4DB4-9D02-54A66384525E}"/>
              </a:ext>
            </a:extLst>
          </p:cNvPr>
          <p:cNvSpPr>
            <a:spLocks xmlns:a="http://schemas.openxmlformats.org/drawingml/2006/main" noGrp="1"/>
          </p:cNvSpPr>
          <p:nvPr/>
        </p:nvSpPr>
        <p:spPr>
          <a:xfrm xmlns:a="http://schemas.openxmlformats.org/drawingml/2006/main">
            <a:off x="3305175" y="4419600"/>
            <a:ext cx="533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900" b="1" i="0">
                <a:solidFill>
                  <a:srgbClr val="5D7180"/>
                </a:solidFill>
                <a:latin typeface="Aptos"/>
                <a:ea typeface="Aptos"/>
                <a:cs typeface="Aptos"/>
              </a:defRPr>
            </a:defPPr>
            <a:lvl1pPr algn="l">
              <a:defRPr sz="900" b="1" i="0">
                <a:solidFill>
                  <a:srgbClr val="5D7180"/>
                </a:solidFill>
                <a:latin typeface="Aptos"/>
                <a:ea typeface="Aptos"/>
                <a:cs typeface="Aptos"/>
              </a:defRPr>
            </a:lvl1pPr>
            <a:lvl2pPr algn="l">
              <a:defRPr sz="900" b="1" i="0">
                <a:solidFill>
                  <a:srgbClr val="5D7180"/>
                </a:solidFill>
                <a:latin typeface="Aptos"/>
                <a:ea typeface="Aptos"/>
                <a:cs typeface="Aptos"/>
              </a:defRPr>
            </a:lvl2pPr>
            <a:lvl3pPr algn="l">
              <a:defRPr sz="900" b="1" i="0">
                <a:solidFill>
                  <a:srgbClr val="5D7180"/>
                </a:solidFill>
                <a:latin typeface="Aptos"/>
                <a:ea typeface="Aptos"/>
                <a:cs typeface="Aptos"/>
              </a:defRPr>
            </a:lvl3pPr>
            <a:lvl4pPr algn="l">
              <a:defRPr sz="900" b="1" i="0">
                <a:solidFill>
                  <a:srgbClr val="5D7180"/>
                </a:solidFill>
                <a:latin typeface="Aptos"/>
                <a:ea typeface="Aptos"/>
                <a:cs typeface="Aptos"/>
              </a:defRPr>
            </a:lvl4pPr>
            <a:lvl5pPr algn="l">
              <a:defRPr sz="900" b="1" i="0">
                <a:solidFill>
                  <a:srgbClr val="5D7180"/>
                </a:solidFill>
                <a:latin typeface="Aptos"/>
                <a:ea typeface="Aptos"/>
                <a:cs typeface="Aptos"/>
              </a:defRPr>
            </a:lvl5pPr>
            <a:lvl6pPr algn="l">
              <a:defRPr sz="900" b="1" i="0">
                <a:solidFill>
                  <a:srgbClr val="5D7180"/>
                </a:solidFill>
                <a:latin typeface="Aptos"/>
                <a:ea typeface="Aptos"/>
                <a:cs typeface="Aptos"/>
              </a:defRPr>
            </a:lvl6pPr>
            <a:lvl7pPr algn="l">
              <a:defRPr sz="900" b="1" i="0">
                <a:solidFill>
                  <a:srgbClr val="5D7180"/>
                </a:solidFill>
                <a:latin typeface="Aptos"/>
                <a:ea typeface="Aptos"/>
                <a:cs typeface="Aptos"/>
              </a:defRPr>
            </a:lvl7pPr>
            <a:lvl8pPr algn="l">
              <a:defRPr sz="900" b="1" i="0">
                <a:solidFill>
                  <a:srgbClr val="5D7180"/>
                </a:solidFill>
                <a:latin typeface="Aptos"/>
                <a:ea typeface="Aptos"/>
                <a:cs typeface="Aptos"/>
              </a:defRPr>
            </a:lvl8pPr>
            <a:lvl9pPr algn="l">
              <a:defRPr sz="900" b="1" i="0">
                <a:solidFill>
                  <a:srgbClr val="5D7180"/>
                </a:solidFill>
                <a:latin typeface="Aptos"/>
                <a:ea typeface="Aptos"/>
                <a:cs typeface="Aptos"/>
              </a:defRPr>
            </a:lvl9pPr>
          </a:lstStyle>
          <a:p xmlns:a="http://schemas.openxmlformats.org/drawingml/2006/main">
            <a:pPr algn="l">
              <a:defRPr sz="900" b="1" i="0">
                <a:solidFill>
                  <a:srgbClr val="5D7180"/>
                </a:solidFill>
                <a:latin typeface="Aptos"/>
                <a:ea typeface="Aptos"/>
                <a:cs typeface="Aptos"/>
              </a:defRPr>
            </a:pPr>
            <a:r>
              <a:rPr sz="900" b="1" i="0">
                <a:solidFill>
                  <a:srgbClr val="5D7180"/>
                </a:solidFill>
                <a:latin typeface="Aptos"/>
                <a:ea typeface="Aptos"/>
                <a:cs typeface="Aptos"/>
              </a:rPr>
              <a:t>FN</a:t>
            </a:r>
          </a:p>
        </p:txBody>
      </p:sp>
      <p:sp>
        <p:nvSpPr>
          <p:cNvPr id="25" name="">
            <a:extLst xmlns:a="http://schemas.openxmlformats.org/drawingml/2006/main">
              <a:ext uri="{FF2B5EF4-FFF2-40B4-BE49-F238E27FC236}">
                <a16:creationId xmlns:a16="http://schemas.microsoft.com/office/drawing/2014/main" id="{9E90D172-7505-408B-B5E0-BCA3264FC015}"/>
              </a:ext>
            </a:extLst>
          </p:cNvPr>
          <p:cNvSpPr>
            <a:spLocks xmlns:a="http://schemas.openxmlformats.org/drawingml/2006/main" noGrp="1"/>
          </p:cNvSpPr>
          <p:nvPr/>
        </p:nvSpPr>
        <p:spPr>
          <a:xfrm xmlns:a="http://schemas.openxmlformats.org/drawingml/2006/main">
            <a:off x="4876800" y="4419600"/>
            <a:ext cx="533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900" b="1" i="0">
                <a:solidFill>
                  <a:srgbClr val="5D7180"/>
                </a:solidFill>
                <a:latin typeface="Aptos"/>
                <a:ea typeface="Aptos"/>
                <a:cs typeface="Aptos"/>
              </a:defRPr>
            </a:defPPr>
            <a:lvl1pPr algn="l">
              <a:defRPr sz="900" b="1" i="0">
                <a:solidFill>
                  <a:srgbClr val="5D7180"/>
                </a:solidFill>
                <a:latin typeface="Aptos"/>
                <a:ea typeface="Aptos"/>
                <a:cs typeface="Aptos"/>
              </a:defRPr>
            </a:lvl1pPr>
            <a:lvl2pPr algn="l">
              <a:defRPr sz="900" b="1" i="0">
                <a:solidFill>
                  <a:srgbClr val="5D7180"/>
                </a:solidFill>
                <a:latin typeface="Aptos"/>
                <a:ea typeface="Aptos"/>
                <a:cs typeface="Aptos"/>
              </a:defRPr>
            </a:lvl2pPr>
            <a:lvl3pPr algn="l">
              <a:defRPr sz="900" b="1" i="0">
                <a:solidFill>
                  <a:srgbClr val="5D7180"/>
                </a:solidFill>
                <a:latin typeface="Aptos"/>
                <a:ea typeface="Aptos"/>
                <a:cs typeface="Aptos"/>
              </a:defRPr>
            </a:lvl3pPr>
            <a:lvl4pPr algn="l">
              <a:defRPr sz="900" b="1" i="0">
                <a:solidFill>
                  <a:srgbClr val="5D7180"/>
                </a:solidFill>
                <a:latin typeface="Aptos"/>
                <a:ea typeface="Aptos"/>
                <a:cs typeface="Aptos"/>
              </a:defRPr>
            </a:lvl4pPr>
            <a:lvl5pPr algn="l">
              <a:defRPr sz="900" b="1" i="0">
                <a:solidFill>
                  <a:srgbClr val="5D7180"/>
                </a:solidFill>
                <a:latin typeface="Aptos"/>
                <a:ea typeface="Aptos"/>
                <a:cs typeface="Aptos"/>
              </a:defRPr>
            </a:lvl5pPr>
            <a:lvl6pPr algn="l">
              <a:defRPr sz="900" b="1" i="0">
                <a:solidFill>
                  <a:srgbClr val="5D7180"/>
                </a:solidFill>
                <a:latin typeface="Aptos"/>
                <a:ea typeface="Aptos"/>
                <a:cs typeface="Aptos"/>
              </a:defRPr>
            </a:lvl6pPr>
            <a:lvl7pPr algn="l">
              <a:defRPr sz="900" b="1" i="0">
                <a:solidFill>
                  <a:srgbClr val="5D7180"/>
                </a:solidFill>
                <a:latin typeface="Aptos"/>
                <a:ea typeface="Aptos"/>
                <a:cs typeface="Aptos"/>
              </a:defRPr>
            </a:lvl7pPr>
            <a:lvl8pPr algn="l">
              <a:defRPr sz="900" b="1" i="0">
                <a:solidFill>
                  <a:srgbClr val="5D7180"/>
                </a:solidFill>
                <a:latin typeface="Aptos"/>
                <a:ea typeface="Aptos"/>
                <a:cs typeface="Aptos"/>
              </a:defRPr>
            </a:lvl8pPr>
            <a:lvl9pPr algn="l">
              <a:defRPr sz="900" b="1" i="0">
                <a:solidFill>
                  <a:srgbClr val="5D7180"/>
                </a:solidFill>
                <a:latin typeface="Aptos"/>
                <a:ea typeface="Aptos"/>
                <a:cs typeface="Aptos"/>
              </a:defRPr>
            </a:lvl9pPr>
          </a:lstStyle>
          <a:p xmlns:a="http://schemas.openxmlformats.org/drawingml/2006/main">
            <a:pPr algn="l">
              <a:defRPr sz="900" b="1" i="0">
                <a:solidFill>
                  <a:srgbClr val="5D7180"/>
                </a:solidFill>
                <a:latin typeface="Aptos"/>
                <a:ea typeface="Aptos"/>
                <a:cs typeface="Aptos"/>
              </a:defRPr>
            </a:pPr>
            <a:r>
              <a:rPr sz="900" b="1" i="0">
                <a:solidFill>
                  <a:srgbClr val="5D7180"/>
                </a:solidFill>
                <a:latin typeface="Aptos"/>
                <a:ea typeface="Aptos"/>
                <a:cs typeface="Aptos"/>
              </a:rPr>
              <a:t>TP</a:t>
            </a:r>
          </a:p>
        </p:txBody>
      </p:sp>
      <p:sp>
        <p:nvSpPr>
          <p:cNvPr id="26" name="">
            <a:extLst xmlns:a="http://schemas.openxmlformats.org/drawingml/2006/main">
              <a:ext uri="{FF2B5EF4-FFF2-40B4-BE49-F238E27FC236}">
                <a16:creationId xmlns:a16="http://schemas.microsoft.com/office/drawing/2014/main" id="{963909BC-6E25-44B8-93BC-7987E6C4F72C}"/>
              </a:ext>
            </a:extLst>
          </p:cNvPr>
          <p:cNvSpPr>
            <a:spLocks xmlns:a="http://schemas.openxmlformats.org/drawingml/2006/main" noGrp="1"/>
          </p:cNvSpPr>
          <p:nvPr/>
        </p:nvSpPr>
        <p:spPr>
          <a:xfrm xmlns:a="http://schemas.openxmlformats.org/drawingml/2006/main">
            <a:off x="7105650" y="1952625"/>
            <a:ext cx="4191000" cy="2724150"/>
          </a:xfrm>
          <a:prstGeom xmlns:a="http://schemas.openxmlformats.org/drawingml/2006/main" prst="roundRect">
            <a:avLst>
              <a:gd name="adj" fmla="val 2797"/>
            </a:avLst>
          </a:prstGeom>
          <a:solidFill xmlns:a="http://schemas.openxmlformats.org/drawingml/2006/main">
            <a:srgbClr val="FFFFFF"/>
          </a:solidFill>
          <a:ln xmlns:a="http://schemas.openxmlformats.org/drawingml/2006/main" w="9525">
            <a:solidFill>
              <a:srgbClr val="D9E1E4"/>
            </a:solidFill>
            <a:prstDash val="solid"/>
          </a:ln>
        </p:spPr>
      </p:sp>
      <p:sp>
        <p:nvSpPr>
          <p:cNvPr id="27" name="">
            <a:extLst xmlns:a="http://schemas.openxmlformats.org/drawingml/2006/main">
              <a:ext uri="{FF2B5EF4-FFF2-40B4-BE49-F238E27FC236}">
                <a16:creationId xmlns:a16="http://schemas.microsoft.com/office/drawing/2014/main" id="{EF79F744-18F8-442B-9A64-00DE6E08EB06}"/>
              </a:ext>
            </a:extLst>
          </p:cNvPr>
          <p:cNvSpPr>
            <a:spLocks xmlns:a="http://schemas.openxmlformats.org/drawingml/2006/main" noGrp="1"/>
          </p:cNvSpPr>
          <p:nvPr/>
        </p:nvSpPr>
        <p:spPr>
          <a:xfrm xmlns:a="http://schemas.openxmlformats.org/drawingml/2006/main">
            <a:off x="7410450" y="2238375"/>
            <a:ext cx="3505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725" b="1" i="0">
                <a:solidFill>
                  <a:srgbClr val="102B3F"/>
                </a:solidFill>
                <a:latin typeface="Aptos"/>
                <a:ea typeface="Aptos"/>
                <a:cs typeface="Aptos"/>
              </a:defRPr>
            </a:defPPr>
            <a:lvl1pPr algn="l">
              <a:defRPr sz="1725" b="1" i="0">
                <a:solidFill>
                  <a:srgbClr val="102B3F"/>
                </a:solidFill>
                <a:latin typeface="Aptos"/>
                <a:ea typeface="Aptos"/>
                <a:cs typeface="Aptos"/>
              </a:defRPr>
            </a:lvl1pPr>
            <a:lvl2pPr algn="l">
              <a:defRPr sz="1725" b="1" i="0">
                <a:solidFill>
                  <a:srgbClr val="102B3F"/>
                </a:solidFill>
                <a:latin typeface="Aptos"/>
                <a:ea typeface="Aptos"/>
                <a:cs typeface="Aptos"/>
              </a:defRPr>
            </a:lvl2pPr>
            <a:lvl3pPr algn="l">
              <a:defRPr sz="1725" b="1" i="0">
                <a:solidFill>
                  <a:srgbClr val="102B3F"/>
                </a:solidFill>
                <a:latin typeface="Aptos"/>
                <a:ea typeface="Aptos"/>
                <a:cs typeface="Aptos"/>
              </a:defRPr>
            </a:lvl3pPr>
            <a:lvl4pPr algn="l">
              <a:defRPr sz="1725" b="1" i="0">
                <a:solidFill>
                  <a:srgbClr val="102B3F"/>
                </a:solidFill>
                <a:latin typeface="Aptos"/>
                <a:ea typeface="Aptos"/>
                <a:cs typeface="Aptos"/>
              </a:defRPr>
            </a:lvl4pPr>
            <a:lvl5pPr algn="l">
              <a:defRPr sz="1725" b="1" i="0">
                <a:solidFill>
                  <a:srgbClr val="102B3F"/>
                </a:solidFill>
                <a:latin typeface="Aptos"/>
                <a:ea typeface="Aptos"/>
                <a:cs typeface="Aptos"/>
              </a:defRPr>
            </a:lvl5pPr>
            <a:lvl6pPr algn="l">
              <a:defRPr sz="1725" b="1" i="0">
                <a:solidFill>
                  <a:srgbClr val="102B3F"/>
                </a:solidFill>
                <a:latin typeface="Aptos"/>
                <a:ea typeface="Aptos"/>
                <a:cs typeface="Aptos"/>
              </a:defRPr>
            </a:lvl6pPr>
            <a:lvl7pPr algn="l">
              <a:defRPr sz="1725" b="1" i="0">
                <a:solidFill>
                  <a:srgbClr val="102B3F"/>
                </a:solidFill>
                <a:latin typeface="Aptos"/>
                <a:ea typeface="Aptos"/>
                <a:cs typeface="Aptos"/>
              </a:defRPr>
            </a:lvl7pPr>
            <a:lvl8pPr algn="l">
              <a:defRPr sz="1725" b="1" i="0">
                <a:solidFill>
                  <a:srgbClr val="102B3F"/>
                </a:solidFill>
                <a:latin typeface="Aptos"/>
                <a:ea typeface="Aptos"/>
                <a:cs typeface="Aptos"/>
              </a:defRPr>
            </a:lvl8pPr>
            <a:lvl9pPr algn="l">
              <a:defRPr sz="1725" b="1" i="0">
                <a:solidFill>
                  <a:srgbClr val="102B3F"/>
                </a:solidFill>
                <a:latin typeface="Aptos"/>
                <a:ea typeface="Aptos"/>
                <a:cs typeface="Aptos"/>
              </a:defRPr>
            </a:lvl9pPr>
          </a:lstStyle>
          <a:p xmlns:a="http://schemas.openxmlformats.org/drawingml/2006/main">
            <a:pPr algn="l">
              <a:defRPr sz="1725" b="1" i="0">
                <a:solidFill>
                  <a:srgbClr val="102B3F"/>
                </a:solidFill>
                <a:latin typeface="Aptos"/>
                <a:ea typeface="Aptos"/>
                <a:cs typeface="Aptos"/>
              </a:defRPr>
            </a:pPr>
            <a:r>
              <a:rPr sz="1725" b="1" i="0">
                <a:solidFill>
                  <a:srgbClr val="102B3F"/>
                </a:solidFill>
                <a:latin typeface="Aptos"/>
                <a:ea typeface="Aptos"/>
                <a:cs typeface="Aptos"/>
              </a:rPr>
              <a:t>¿Por qué Random Forest?</a:t>
            </a:r>
          </a:p>
        </p:txBody>
      </p:sp>
      <p:sp>
        <p:nvSpPr>
          <p:cNvPr id="28" name="">
            <a:extLst xmlns:a="http://schemas.openxmlformats.org/drawingml/2006/main">
              <a:ext uri="{FF2B5EF4-FFF2-40B4-BE49-F238E27FC236}">
                <a16:creationId xmlns:a16="http://schemas.microsoft.com/office/drawing/2014/main" id="{5FFBC354-661D-42B2-A27F-1E68AAF6AF15}"/>
              </a:ext>
            </a:extLst>
          </p:cNvPr>
          <p:cNvSpPr>
            <a:spLocks xmlns:a="http://schemas.openxmlformats.org/drawingml/2006/main" noGrp="1"/>
          </p:cNvSpPr>
          <p:nvPr/>
        </p:nvSpPr>
        <p:spPr>
          <a:xfrm xmlns:a="http://schemas.openxmlformats.org/drawingml/2006/main">
            <a:off x="7410450" y="2743200"/>
            <a:ext cx="3505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350" b="0" i="0">
                <a:solidFill>
                  <a:srgbClr val="183042"/>
                </a:solidFill>
                <a:latin typeface="Aptos"/>
                <a:ea typeface="Aptos"/>
                <a:cs typeface="Aptos"/>
              </a:defRPr>
            </a:defPPr>
            <a:lvl1pPr algn="l">
              <a:defRPr sz="1350" b="0" i="0">
                <a:solidFill>
                  <a:srgbClr val="183042"/>
                </a:solidFill>
                <a:latin typeface="Aptos"/>
                <a:ea typeface="Aptos"/>
                <a:cs typeface="Aptos"/>
              </a:defRPr>
            </a:lvl1pPr>
            <a:lvl2pPr algn="l">
              <a:defRPr sz="1350" b="0" i="0">
                <a:solidFill>
                  <a:srgbClr val="183042"/>
                </a:solidFill>
                <a:latin typeface="Aptos"/>
                <a:ea typeface="Aptos"/>
                <a:cs typeface="Aptos"/>
              </a:defRPr>
            </a:lvl2pPr>
            <a:lvl3pPr algn="l">
              <a:defRPr sz="1350" b="0" i="0">
                <a:solidFill>
                  <a:srgbClr val="183042"/>
                </a:solidFill>
                <a:latin typeface="Aptos"/>
                <a:ea typeface="Aptos"/>
                <a:cs typeface="Aptos"/>
              </a:defRPr>
            </a:lvl3pPr>
            <a:lvl4pPr algn="l">
              <a:defRPr sz="1350" b="0" i="0">
                <a:solidFill>
                  <a:srgbClr val="183042"/>
                </a:solidFill>
                <a:latin typeface="Aptos"/>
                <a:ea typeface="Aptos"/>
                <a:cs typeface="Aptos"/>
              </a:defRPr>
            </a:lvl4pPr>
            <a:lvl5pPr algn="l">
              <a:defRPr sz="1350" b="0" i="0">
                <a:solidFill>
                  <a:srgbClr val="183042"/>
                </a:solidFill>
                <a:latin typeface="Aptos"/>
                <a:ea typeface="Aptos"/>
                <a:cs typeface="Aptos"/>
              </a:defRPr>
            </a:lvl5pPr>
            <a:lvl6pPr algn="l">
              <a:defRPr sz="1350" b="0" i="0">
                <a:solidFill>
                  <a:srgbClr val="183042"/>
                </a:solidFill>
                <a:latin typeface="Aptos"/>
                <a:ea typeface="Aptos"/>
                <a:cs typeface="Aptos"/>
              </a:defRPr>
            </a:lvl6pPr>
            <a:lvl7pPr algn="l">
              <a:defRPr sz="1350" b="0" i="0">
                <a:solidFill>
                  <a:srgbClr val="183042"/>
                </a:solidFill>
                <a:latin typeface="Aptos"/>
                <a:ea typeface="Aptos"/>
                <a:cs typeface="Aptos"/>
              </a:defRPr>
            </a:lvl7pPr>
            <a:lvl8pPr algn="l">
              <a:defRPr sz="1350" b="0" i="0">
                <a:solidFill>
                  <a:srgbClr val="183042"/>
                </a:solidFill>
                <a:latin typeface="Aptos"/>
                <a:ea typeface="Aptos"/>
                <a:cs typeface="Aptos"/>
              </a:defRPr>
            </a:lvl8pPr>
            <a:lvl9pPr algn="l">
              <a:defRPr sz="1350" b="0" i="0">
                <a:solidFill>
                  <a:srgbClr val="183042"/>
                </a:solidFill>
                <a:latin typeface="Aptos"/>
                <a:ea typeface="Aptos"/>
                <a:cs typeface="Aptos"/>
              </a:defRPr>
            </a:lvl9pPr>
          </a:lstStyle>
          <a:p xmlns:a="http://schemas.openxmlformats.org/drawingml/2006/main">
            <a:pPr algn="l">
              <a:defRPr sz="1350" b="0" i="0">
                <a:solidFill>
                  <a:srgbClr val="183042"/>
                </a:solidFill>
                <a:latin typeface="Aptos"/>
                <a:ea typeface="Aptos"/>
                <a:cs typeface="Aptos"/>
              </a:defRPr>
            </a:pPr>
            <a:r>
              <a:rPr sz="1350" b="0" i="0">
                <a:solidFill>
                  <a:srgbClr val="183042"/>
                </a:solidFill>
                <a:latin typeface="Aptos"/>
                <a:ea typeface="Aptos"/>
                <a:cs typeface="Aptos"/>
              </a:rPr>
              <a:t>La regla de selección se fijó antes de mirar la prueba: F1 macro de validación y costo de entrenamiento.</a:t>
            </a:r>
          </a:p>
        </p:txBody>
      </p:sp>
      <p:sp>
        <p:nvSpPr>
          <p:cNvPr id="29" name="">
            <a:extLst xmlns:a="http://schemas.openxmlformats.org/drawingml/2006/main">
              <a:ext uri="{FF2B5EF4-FFF2-40B4-BE49-F238E27FC236}">
                <a16:creationId xmlns:a16="http://schemas.microsoft.com/office/drawing/2014/main" id="{380ED242-2018-49F7-BC0D-1F4355361FD9}"/>
              </a:ext>
            </a:extLst>
          </p:cNvPr>
          <p:cNvSpPr>
            <a:spLocks xmlns:a="http://schemas.openxmlformats.org/drawingml/2006/main" noGrp="1"/>
          </p:cNvSpPr>
          <p:nvPr/>
        </p:nvSpPr>
        <p:spPr>
          <a:xfrm xmlns:a="http://schemas.openxmlformats.org/drawingml/2006/main">
            <a:off x="7410450" y="3857625"/>
            <a:ext cx="3505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75" b="1" i="0">
                <a:solidFill>
                  <a:srgbClr val="00A6A6"/>
                </a:solidFill>
                <a:latin typeface="Aptos"/>
                <a:ea typeface="Aptos"/>
                <a:cs typeface="Aptos"/>
              </a:defRPr>
            </a:defPPr>
            <a:lvl1pPr algn="l">
              <a:defRPr sz="1275" b="1" i="0">
                <a:solidFill>
                  <a:srgbClr val="00A6A6"/>
                </a:solidFill>
                <a:latin typeface="Aptos"/>
                <a:ea typeface="Aptos"/>
                <a:cs typeface="Aptos"/>
              </a:defRPr>
            </a:lvl1pPr>
            <a:lvl2pPr algn="l">
              <a:defRPr sz="1275" b="1" i="0">
                <a:solidFill>
                  <a:srgbClr val="00A6A6"/>
                </a:solidFill>
                <a:latin typeface="Aptos"/>
                <a:ea typeface="Aptos"/>
                <a:cs typeface="Aptos"/>
              </a:defRPr>
            </a:lvl2pPr>
            <a:lvl3pPr algn="l">
              <a:defRPr sz="1275" b="1" i="0">
                <a:solidFill>
                  <a:srgbClr val="00A6A6"/>
                </a:solidFill>
                <a:latin typeface="Aptos"/>
                <a:ea typeface="Aptos"/>
                <a:cs typeface="Aptos"/>
              </a:defRPr>
            </a:lvl3pPr>
            <a:lvl4pPr algn="l">
              <a:defRPr sz="1275" b="1" i="0">
                <a:solidFill>
                  <a:srgbClr val="00A6A6"/>
                </a:solidFill>
                <a:latin typeface="Aptos"/>
                <a:ea typeface="Aptos"/>
                <a:cs typeface="Aptos"/>
              </a:defRPr>
            </a:lvl4pPr>
            <a:lvl5pPr algn="l">
              <a:defRPr sz="1275" b="1" i="0">
                <a:solidFill>
                  <a:srgbClr val="00A6A6"/>
                </a:solidFill>
                <a:latin typeface="Aptos"/>
                <a:ea typeface="Aptos"/>
                <a:cs typeface="Aptos"/>
              </a:defRPr>
            </a:lvl5pPr>
            <a:lvl6pPr algn="l">
              <a:defRPr sz="1275" b="1" i="0">
                <a:solidFill>
                  <a:srgbClr val="00A6A6"/>
                </a:solidFill>
                <a:latin typeface="Aptos"/>
                <a:ea typeface="Aptos"/>
                <a:cs typeface="Aptos"/>
              </a:defRPr>
            </a:lvl6pPr>
            <a:lvl7pPr algn="l">
              <a:defRPr sz="1275" b="1" i="0">
                <a:solidFill>
                  <a:srgbClr val="00A6A6"/>
                </a:solidFill>
                <a:latin typeface="Aptos"/>
                <a:ea typeface="Aptos"/>
                <a:cs typeface="Aptos"/>
              </a:defRPr>
            </a:lvl7pPr>
            <a:lvl8pPr algn="l">
              <a:defRPr sz="1275" b="1" i="0">
                <a:solidFill>
                  <a:srgbClr val="00A6A6"/>
                </a:solidFill>
                <a:latin typeface="Aptos"/>
                <a:ea typeface="Aptos"/>
                <a:cs typeface="Aptos"/>
              </a:defRPr>
            </a:lvl8pPr>
            <a:lvl9pPr algn="l">
              <a:defRPr sz="1275" b="1" i="0">
                <a:solidFill>
                  <a:srgbClr val="00A6A6"/>
                </a:solidFill>
                <a:latin typeface="Aptos"/>
                <a:ea typeface="Aptos"/>
                <a:cs typeface="Aptos"/>
              </a:defRPr>
            </a:lvl9pPr>
          </a:lstStyle>
          <a:p xmlns:a="http://schemas.openxmlformats.org/drawingml/2006/main">
            <a:pPr algn="l">
              <a:defRPr sz="1275" b="1" i="0">
                <a:solidFill>
                  <a:srgbClr val="00A6A6"/>
                </a:solidFill>
                <a:latin typeface="Aptos"/>
                <a:ea typeface="Aptos"/>
                <a:cs typeface="Aptos"/>
              </a:defRPr>
            </a:pPr>
            <a:r>
              <a:rPr sz="1275" b="1" i="0">
                <a:solidFill>
                  <a:srgbClr val="00A6A6"/>
                </a:solidFill>
                <a:latin typeface="Aptos"/>
                <a:ea typeface="Aptos"/>
                <a:cs typeface="Aptos"/>
              </a:rPr>
              <a:t>SVM fue mejor en la prueba, pero el intervalo de la diferencia de F1 macro incluye cero.</a:t>
            </a:r>
          </a:p>
        </p:txBody>
      </p:sp>
      <p:sp>
        <p:nvSpPr>
          <p:cNvPr id="30" name="">
            <a:extLst xmlns:a="http://schemas.openxmlformats.org/drawingml/2006/main">
              <a:ext uri="{FF2B5EF4-FFF2-40B4-BE49-F238E27FC236}">
                <a16:creationId xmlns:a16="http://schemas.microsoft.com/office/drawing/2014/main" id="{C6829B2A-FCBC-4FFB-A13F-3106C85BCA92}"/>
              </a:ext>
            </a:extLst>
          </p:cNvPr>
          <p:cNvSpPr>
            <a:spLocks xmlns:a="http://schemas.openxmlformats.org/drawingml/2006/main" noGrp="1"/>
          </p:cNvSpPr>
          <p:nvPr/>
        </p:nvSpPr>
        <p:spPr>
          <a:xfrm xmlns:a="http://schemas.openxmlformats.org/drawingml/2006/main">
            <a:off x="7105650" y="4953000"/>
            <a:ext cx="4191000" cy="866775"/>
          </a:xfrm>
          <a:prstGeom xmlns:a="http://schemas.openxmlformats.org/drawingml/2006/main" prst="roundRect">
            <a:avLst>
              <a:gd name="adj" fmla="val 8791"/>
            </a:avLst>
          </a:prstGeom>
          <a:solidFill xmlns:a="http://schemas.openxmlformats.org/drawingml/2006/main">
            <a:srgbClr val="102B3F"/>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511CE61A-C9FD-4986-ABCC-D1C6F7D0598A}"/>
              </a:ext>
            </a:extLst>
          </p:cNvPr>
          <p:cNvSpPr>
            <a:spLocks xmlns:a="http://schemas.openxmlformats.org/drawingml/2006/main" noGrp="1"/>
          </p:cNvSpPr>
          <p:nvPr/>
        </p:nvSpPr>
        <p:spPr>
          <a:xfrm xmlns:a="http://schemas.openxmlformats.org/drawingml/2006/main">
            <a:off x="7353300" y="5124450"/>
            <a:ext cx="3676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75" b="1" i="0">
                <a:solidFill>
                  <a:srgbClr val="FFFFFF"/>
                </a:solidFill>
                <a:latin typeface="Aptos"/>
                <a:ea typeface="Aptos"/>
                <a:cs typeface="Aptos"/>
              </a:defRPr>
            </a:defPPr>
            <a:lvl1pPr algn="l">
              <a:defRPr sz="1275" b="1" i="0">
                <a:solidFill>
                  <a:srgbClr val="FFFFFF"/>
                </a:solidFill>
                <a:latin typeface="Aptos"/>
                <a:ea typeface="Aptos"/>
                <a:cs typeface="Aptos"/>
              </a:defRPr>
            </a:lvl1pPr>
            <a:lvl2pPr algn="l">
              <a:defRPr sz="1275" b="1" i="0">
                <a:solidFill>
                  <a:srgbClr val="FFFFFF"/>
                </a:solidFill>
                <a:latin typeface="Aptos"/>
                <a:ea typeface="Aptos"/>
                <a:cs typeface="Aptos"/>
              </a:defRPr>
            </a:lvl2pPr>
            <a:lvl3pPr algn="l">
              <a:defRPr sz="1275" b="1" i="0">
                <a:solidFill>
                  <a:srgbClr val="FFFFFF"/>
                </a:solidFill>
                <a:latin typeface="Aptos"/>
                <a:ea typeface="Aptos"/>
                <a:cs typeface="Aptos"/>
              </a:defRPr>
            </a:lvl3pPr>
            <a:lvl4pPr algn="l">
              <a:defRPr sz="1275" b="1" i="0">
                <a:solidFill>
                  <a:srgbClr val="FFFFFF"/>
                </a:solidFill>
                <a:latin typeface="Aptos"/>
                <a:ea typeface="Aptos"/>
                <a:cs typeface="Aptos"/>
              </a:defRPr>
            </a:lvl4pPr>
            <a:lvl5pPr algn="l">
              <a:defRPr sz="1275" b="1" i="0">
                <a:solidFill>
                  <a:srgbClr val="FFFFFF"/>
                </a:solidFill>
                <a:latin typeface="Aptos"/>
                <a:ea typeface="Aptos"/>
                <a:cs typeface="Aptos"/>
              </a:defRPr>
            </a:lvl5pPr>
            <a:lvl6pPr algn="l">
              <a:defRPr sz="1275" b="1" i="0">
                <a:solidFill>
                  <a:srgbClr val="FFFFFF"/>
                </a:solidFill>
                <a:latin typeface="Aptos"/>
                <a:ea typeface="Aptos"/>
                <a:cs typeface="Aptos"/>
              </a:defRPr>
            </a:lvl6pPr>
            <a:lvl7pPr algn="l">
              <a:defRPr sz="1275" b="1" i="0">
                <a:solidFill>
                  <a:srgbClr val="FFFFFF"/>
                </a:solidFill>
                <a:latin typeface="Aptos"/>
                <a:ea typeface="Aptos"/>
                <a:cs typeface="Aptos"/>
              </a:defRPr>
            </a:lvl7pPr>
            <a:lvl8pPr algn="l">
              <a:defRPr sz="1275" b="1" i="0">
                <a:solidFill>
                  <a:srgbClr val="FFFFFF"/>
                </a:solidFill>
                <a:latin typeface="Aptos"/>
                <a:ea typeface="Aptos"/>
                <a:cs typeface="Aptos"/>
              </a:defRPr>
            </a:lvl8pPr>
            <a:lvl9pPr algn="l">
              <a:defRPr sz="1275" b="1" i="0">
                <a:solidFill>
                  <a:srgbClr val="FFFFFF"/>
                </a:solidFill>
                <a:latin typeface="Aptos"/>
                <a:ea typeface="Aptos"/>
                <a:cs typeface="Aptos"/>
              </a:defRPr>
            </a:lvl9pPr>
          </a:lstStyle>
          <a:p xmlns:a="http://schemas.openxmlformats.org/drawingml/2006/main">
            <a:pPr algn="l">
              <a:defRPr sz="1275" b="1" i="0">
                <a:solidFill>
                  <a:srgbClr val="FFFFFF"/>
                </a:solidFill>
                <a:latin typeface="Aptos"/>
                <a:ea typeface="Aptos"/>
                <a:cs typeface="Aptos"/>
              </a:defRPr>
            </a:pPr>
            <a:r>
              <a:rPr sz="1275" b="1" i="0">
                <a:solidFill>
                  <a:srgbClr val="FFFFFF"/>
                </a:solidFill>
                <a:latin typeface="Aptos"/>
                <a:ea typeface="Aptos"/>
                <a:cs typeface="Aptos"/>
              </a:rPr>
              <a:t>No proclamamos un ganador definitivo.</a:t>
            </a:r>
          </a:p>
        </p:txBody>
      </p:sp>
      <p:sp>
        <p:nvSpPr>
          <p:cNvPr id="32" name="">
            <a:extLst xmlns:a="http://schemas.openxmlformats.org/drawingml/2006/main">
              <a:ext uri="{FF2B5EF4-FFF2-40B4-BE49-F238E27FC236}">
                <a16:creationId xmlns:a16="http://schemas.microsoft.com/office/drawing/2014/main" id="{D6D36D7D-3927-4461-87F1-880A41CAE76A}"/>
              </a:ext>
            </a:extLst>
          </p:cNvPr>
          <p:cNvSpPr>
            <a:spLocks xmlns:a="http://schemas.openxmlformats.org/drawingml/2006/main" noGrp="1"/>
          </p:cNvSpPr>
          <p:nvPr/>
        </p:nvSpPr>
        <p:spPr>
          <a:xfrm xmlns:a="http://schemas.openxmlformats.org/drawingml/2006/main">
            <a:off x="7353300" y="5429250"/>
            <a:ext cx="3676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00" b="0" i="0">
                <a:solidFill>
                  <a:srgbClr val="C8D8DD"/>
                </a:solidFill>
                <a:latin typeface="Aptos"/>
                <a:ea typeface="Aptos"/>
                <a:cs typeface="Aptos"/>
              </a:defRPr>
            </a:defPPr>
            <a:lvl1pPr algn="l">
              <a:defRPr sz="1200" b="0" i="0">
                <a:solidFill>
                  <a:srgbClr val="C8D8DD"/>
                </a:solidFill>
                <a:latin typeface="Aptos"/>
                <a:ea typeface="Aptos"/>
                <a:cs typeface="Aptos"/>
              </a:defRPr>
            </a:lvl1pPr>
            <a:lvl2pPr algn="l">
              <a:defRPr sz="1200" b="0" i="0">
                <a:solidFill>
                  <a:srgbClr val="C8D8DD"/>
                </a:solidFill>
                <a:latin typeface="Aptos"/>
                <a:ea typeface="Aptos"/>
                <a:cs typeface="Aptos"/>
              </a:defRPr>
            </a:lvl2pPr>
            <a:lvl3pPr algn="l">
              <a:defRPr sz="1200" b="0" i="0">
                <a:solidFill>
                  <a:srgbClr val="C8D8DD"/>
                </a:solidFill>
                <a:latin typeface="Aptos"/>
                <a:ea typeface="Aptos"/>
                <a:cs typeface="Aptos"/>
              </a:defRPr>
            </a:lvl3pPr>
            <a:lvl4pPr algn="l">
              <a:defRPr sz="1200" b="0" i="0">
                <a:solidFill>
                  <a:srgbClr val="C8D8DD"/>
                </a:solidFill>
                <a:latin typeface="Aptos"/>
                <a:ea typeface="Aptos"/>
                <a:cs typeface="Aptos"/>
              </a:defRPr>
            </a:lvl4pPr>
            <a:lvl5pPr algn="l">
              <a:defRPr sz="1200" b="0" i="0">
                <a:solidFill>
                  <a:srgbClr val="C8D8DD"/>
                </a:solidFill>
                <a:latin typeface="Aptos"/>
                <a:ea typeface="Aptos"/>
                <a:cs typeface="Aptos"/>
              </a:defRPr>
            </a:lvl5pPr>
            <a:lvl6pPr algn="l">
              <a:defRPr sz="1200" b="0" i="0">
                <a:solidFill>
                  <a:srgbClr val="C8D8DD"/>
                </a:solidFill>
                <a:latin typeface="Aptos"/>
                <a:ea typeface="Aptos"/>
                <a:cs typeface="Aptos"/>
              </a:defRPr>
            </a:lvl6pPr>
            <a:lvl7pPr algn="l">
              <a:defRPr sz="1200" b="0" i="0">
                <a:solidFill>
                  <a:srgbClr val="C8D8DD"/>
                </a:solidFill>
                <a:latin typeface="Aptos"/>
                <a:ea typeface="Aptos"/>
                <a:cs typeface="Aptos"/>
              </a:defRPr>
            </a:lvl7pPr>
            <a:lvl8pPr algn="l">
              <a:defRPr sz="1200" b="0" i="0">
                <a:solidFill>
                  <a:srgbClr val="C8D8DD"/>
                </a:solidFill>
                <a:latin typeface="Aptos"/>
                <a:ea typeface="Aptos"/>
                <a:cs typeface="Aptos"/>
              </a:defRPr>
            </a:lvl8pPr>
            <a:lvl9pPr algn="l">
              <a:defRPr sz="1200" b="0" i="0">
                <a:solidFill>
                  <a:srgbClr val="C8D8DD"/>
                </a:solidFill>
                <a:latin typeface="Aptos"/>
                <a:ea typeface="Aptos"/>
                <a:cs typeface="Aptos"/>
              </a:defRPr>
            </a:lvl9pPr>
          </a:lstStyle>
          <a:p xmlns:a="http://schemas.openxmlformats.org/drawingml/2006/main">
            <a:pPr algn="l">
              <a:defRPr sz="1200" b="0" i="0">
                <a:solidFill>
                  <a:srgbClr val="C8D8DD"/>
                </a:solidFill>
                <a:latin typeface="Aptos"/>
                <a:ea typeface="Aptos"/>
                <a:cs typeface="Aptos"/>
              </a:defRPr>
            </a:pPr>
            <a:r>
              <a:rPr sz="1200" b="0" i="0">
                <a:solidFill>
                  <a:srgbClr val="C8D8DD"/>
                </a:solidFill>
                <a:latin typeface="Aptos"/>
                <a:ea typeface="Aptos"/>
                <a:cs typeface="Aptos"/>
              </a:rPr>
              <a:t>La evidencia favorece más evaluación.</a:t>
            </a:r>
          </a:p>
        </p:txBody>
      </p:sp>
      <p:sp>
        <p:nvSpPr>
          <p:cNvPr id="33" name="">
            <a:extLst xmlns:a="http://schemas.openxmlformats.org/drawingml/2006/main">
              <a:ext uri="{FF2B5EF4-FFF2-40B4-BE49-F238E27FC236}">
                <a16:creationId xmlns:a16="http://schemas.microsoft.com/office/drawing/2014/main" id="{E4B572B1-DA25-4482-9B06-3ED5AD8B243A}"/>
              </a:ext>
            </a:extLst>
          </p:cNvPr>
          <p:cNvSpPr>
            <a:spLocks xmlns:a="http://schemas.openxmlformats.org/drawingml/2006/main" noGrp="1"/>
          </p:cNvSpPr>
          <p:nvPr/>
        </p:nvSpPr>
        <p:spPr>
          <a:xfrm xmlns:a="http://schemas.openxmlformats.org/drawingml/2006/main">
            <a:off x="514350" y="64198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900" b="1" i="0">
                <a:solidFill>
                  <a:srgbClr val="5D7180"/>
                </a:solidFill>
                <a:latin typeface="Aptos"/>
                <a:ea typeface="Aptos"/>
                <a:cs typeface="Aptos"/>
              </a:defRPr>
            </a:defPPr>
            <a:lvl1pPr algn="l">
              <a:defRPr sz="900" b="1" i="0">
                <a:solidFill>
                  <a:srgbClr val="5D7180"/>
                </a:solidFill>
                <a:latin typeface="Aptos"/>
                <a:ea typeface="Aptos"/>
                <a:cs typeface="Aptos"/>
              </a:defRPr>
            </a:lvl1pPr>
            <a:lvl2pPr algn="l">
              <a:defRPr sz="900" b="1" i="0">
                <a:solidFill>
                  <a:srgbClr val="5D7180"/>
                </a:solidFill>
                <a:latin typeface="Aptos"/>
                <a:ea typeface="Aptos"/>
                <a:cs typeface="Aptos"/>
              </a:defRPr>
            </a:lvl2pPr>
            <a:lvl3pPr algn="l">
              <a:defRPr sz="900" b="1" i="0">
                <a:solidFill>
                  <a:srgbClr val="5D7180"/>
                </a:solidFill>
                <a:latin typeface="Aptos"/>
                <a:ea typeface="Aptos"/>
                <a:cs typeface="Aptos"/>
              </a:defRPr>
            </a:lvl3pPr>
            <a:lvl4pPr algn="l">
              <a:defRPr sz="900" b="1" i="0">
                <a:solidFill>
                  <a:srgbClr val="5D7180"/>
                </a:solidFill>
                <a:latin typeface="Aptos"/>
                <a:ea typeface="Aptos"/>
                <a:cs typeface="Aptos"/>
              </a:defRPr>
            </a:lvl4pPr>
            <a:lvl5pPr algn="l">
              <a:defRPr sz="900" b="1" i="0">
                <a:solidFill>
                  <a:srgbClr val="5D7180"/>
                </a:solidFill>
                <a:latin typeface="Aptos"/>
                <a:ea typeface="Aptos"/>
                <a:cs typeface="Aptos"/>
              </a:defRPr>
            </a:lvl5pPr>
            <a:lvl6pPr algn="l">
              <a:defRPr sz="900" b="1" i="0">
                <a:solidFill>
                  <a:srgbClr val="5D7180"/>
                </a:solidFill>
                <a:latin typeface="Aptos"/>
                <a:ea typeface="Aptos"/>
                <a:cs typeface="Aptos"/>
              </a:defRPr>
            </a:lvl6pPr>
            <a:lvl7pPr algn="l">
              <a:defRPr sz="900" b="1" i="0">
                <a:solidFill>
                  <a:srgbClr val="5D7180"/>
                </a:solidFill>
                <a:latin typeface="Aptos"/>
                <a:ea typeface="Aptos"/>
                <a:cs typeface="Aptos"/>
              </a:defRPr>
            </a:lvl7pPr>
            <a:lvl8pPr algn="l">
              <a:defRPr sz="900" b="1" i="0">
                <a:solidFill>
                  <a:srgbClr val="5D7180"/>
                </a:solidFill>
                <a:latin typeface="Aptos"/>
                <a:ea typeface="Aptos"/>
                <a:cs typeface="Aptos"/>
              </a:defRPr>
            </a:lvl8pPr>
            <a:lvl9pPr algn="l">
              <a:defRPr sz="900" b="1" i="0">
                <a:solidFill>
                  <a:srgbClr val="5D7180"/>
                </a:solidFill>
                <a:latin typeface="Aptos"/>
                <a:ea typeface="Aptos"/>
                <a:cs typeface="Aptos"/>
              </a:defRPr>
            </a:lvl9pPr>
          </a:lstStyle>
          <a:p xmlns:a="http://schemas.openxmlformats.org/drawingml/2006/main">
            <a:pPr algn="l">
              <a:defRPr sz="900" b="1" i="0">
                <a:solidFill>
                  <a:srgbClr val="5D7180"/>
                </a:solidFill>
                <a:latin typeface="Aptos"/>
                <a:ea typeface="Aptos"/>
                <a:cs typeface="Aptos"/>
              </a:defRPr>
            </a:pPr>
            <a:r>
              <a:rPr sz="900" b="1" i="0">
                <a:solidFill>
                  <a:srgbClr val="5D7180"/>
                </a:solidFill>
                <a:latin typeface="Aptos"/>
                <a:ea typeface="Aptos"/>
                <a:cs typeface="Aptos"/>
              </a:rPr>
              <a:t>PROYECTO INTEGRADOR · MACHINE LEARNING</a:t>
            </a:r>
          </a:p>
        </p:txBody>
      </p:sp>
      <p:sp>
        <p:nvSpPr>
          <p:cNvPr id="34" name="">
            <a:extLst xmlns:a="http://schemas.openxmlformats.org/drawingml/2006/main">
              <a:ext uri="{FF2B5EF4-FFF2-40B4-BE49-F238E27FC236}">
                <a16:creationId xmlns:a16="http://schemas.microsoft.com/office/drawing/2014/main" id="{B145C542-C06A-4FD8-9A28-4465487E3D18}"/>
              </a:ext>
            </a:extLst>
          </p:cNvPr>
          <p:cNvSpPr>
            <a:spLocks xmlns:a="http://schemas.openxmlformats.org/drawingml/2006/main" noGrp="1"/>
          </p:cNvSpPr>
          <p:nvPr/>
        </p:nvSpPr>
        <p:spPr>
          <a:xfrm xmlns:a="http://schemas.openxmlformats.org/drawingml/2006/main">
            <a:off x="11163300" y="64198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r">
              <a:defRPr sz="900" b="1" i="0">
                <a:solidFill>
                  <a:srgbClr val="5D7180"/>
                </a:solidFill>
                <a:latin typeface="Aptos"/>
                <a:ea typeface="Aptos"/>
                <a:cs typeface="Aptos"/>
              </a:defRPr>
            </a:defPPr>
            <a:lvl1pPr algn="r">
              <a:defRPr sz="900" b="1" i="0">
                <a:solidFill>
                  <a:srgbClr val="5D7180"/>
                </a:solidFill>
                <a:latin typeface="Aptos"/>
                <a:ea typeface="Aptos"/>
                <a:cs typeface="Aptos"/>
              </a:defRPr>
            </a:lvl1pPr>
            <a:lvl2pPr algn="r">
              <a:defRPr sz="900" b="1" i="0">
                <a:solidFill>
                  <a:srgbClr val="5D7180"/>
                </a:solidFill>
                <a:latin typeface="Aptos"/>
                <a:ea typeface="Aptos"/>
                <a:cs typeface="Aptos"/>
              </a:defRPr>
            </a:lvl2pPr>
            <a:lvl3pPr algn="r">
              <a:defRPr sz="900" b="1" i="0">
                <a:solidFill>
                  <a:srgbClr val="5D7180"/>
                </a:solidFill>
                <a:latin typeface="Aptos"/>
                <a:ea typeface="Aptos"/>
                <a:cs typeface="Aptos"/>
              </a:defRPr>
            </a:lvl3pPr>
            <a:lvl4pPr algn="r">
              <a:defRPr sz="900" b="1" i="0">
                <a:solidFill>
                  <a:srgbClr val="5D7180"/>
                </a:solidFill>
                <a:latin typeface="Aptos"/>
                <a:ea typeface="Aptos"/>
                <a:cs typeface="Aptos"/>
              </a:defRPr>
            </a:lvl4pPr>
            <a:lvl5pPr algn="r">
              <a:defRPr sz="900" b="1" i="0">
                <a:solidFill>
                  <a:srgbClr val="5D7180"/>
                </a:solidFill>
                <a:latin typeface="Aptos"/>
                <a:ea typeface="Aptos"/>
                <a:cs typeface="Aptos"/>
              </a:defRPr>
            </a:lvl5pPr>
            <a:lvl6pPr algn="r">
              <a:defRPr sz="900" b="1" i="0">
                <a:solidFill>
                  <a:srgbClr val="5D7180"/>
                </a:solidFill>
                <a:latin typeface="Aptos"/>
                <a:ea typeface="Aptos"/>
                <a:cs typeface="Aptos"/>
              </a:defRPr>
            </a:lvl6pPr>
            <a:lvl7pPr algn="r">
              <a:defRPr sz="900" b="1" i="0">
                <a:solidFill>
                  <a:srgbClr val="5D7180"/>
                </a:solidFill>
                <a:latin typeface="Aptos"/>
                <a:ea typeface="Aptos"/>
                <a:cs typeface="Aptos"/>
              </a:defRPr>
            </a:lvl7pPr>
            <a:lvl8pPr algn="r">
              <a:defRPr sz="900" b="1" i="0">
                <a:solidFill>
                  <a:srgbClr val="5D7180"/>
                </a:solidFill>
                <a:latin typeface="Aptos"/>
                <a:ea typeface="Aptos"/>
                <a:cs typeface="Aptos"/>
              </a:defRPr>
            </a:lvl8pPr>
            <a:lvl9pPr algn="r">
              <a:defRPr sz="900" b="1" i="0">
                <a:solidFill>
                  <a:srgbClr val="5D7180"/>
                </a:solidFill>
                <a:latin typeface="Aptos"/>
                <a:ea typeface="Aptos"/>
                <a:cs typeface="Aptos"/>
              </a:defRPr>
            </a:lvl9pPr>
          </a:lstStyle>
          <a:p xmlns:a="http://schemas.openxmlformats.org/drawingml/2006/main">
            <a:pPr algn="r">
              <a:defRPr sz="900" b="1" i="0">
                <a:solidFill>
                  <a:srgbClr val="5D7180"/>
                </a:solidFill>
                <a:latin typeface="Aptos"/>
                <a:ea typeface="Aptos"/>
                <a:cs typeface="Aptos"/>
              </a:defRPr>
            </a:pPr>
            <a:r>
              <a:rPr sz="900" b="1" i="0">
                <a:solidFill>
                  <a:srgbClr val="5D7180"/>
                </a:solidFill>
                <a:latin typeface="Aptos"/>
                <a:ea typeface="Aptos"/>
                <a:cs typeface="Aptos"/>
              </a:rPr>
              <a:t>06</a:t>
            </a:r>
          </a:p>
        </p:txBody>
      </p:sp>
    </p:spTree>
    <p:extLst>
      <p:ext uri="{BB962C8B-B14F-4D97-AF65-F5344CB8AC3E}">
        <p14:creationId xmlns:p14="http://schemas.microsoft.com/office/powerpoint/2010/main" val="837145211"/>
      </p:ext>
    </p:extLst>
  </p:cSld>
</p:sld>
</file>

<file path=ppt/slides/slide7.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D1FB7461-B1FF-431F-B299-697AE3397EF7}"/>
              </a:ext>
            </a:extLst>
          </p:cNvPr>
          <p:cNvSpPr>
            <a:spLocks xmlns:a="http://schemas.openxmlformats.org/drawingml/2006/main" noGrp="1"/>
          </p:cNvSpPr>
          <p:nvPr/>
        </p:nvSpPr>
        <p:spPr>
          <a:xfrm xmlns:a="http://schemas.openxmlformats.org/drawingml/2006/main">
            <a:off x="5143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975" b="1" i="0">
                <a:solidFill>
                  <a:srgbClr val="00A6A6"/>
                </a:solidFill>
                <a:latin typeface="Aptos"/>
                <a:ea typeface="Aptos"/>
                <a:cs typeface="Aptos"/>
              </a:defRPr>
            </a:defPPr>
            <a:lvl1pPr algn="l">
              <a:defRPr sz="975" b="1" i="0">
                <a:solidFill>
                  <a:srgbClr val="00A6A6"/>
                </a:solidFill>
                <a:latin typeface="Aptos"/>
                <a:ea typeface="Aptos"/>
                <a:cs typeface="Aptos"/>
              </a:defRPr>
            </a:lvl1pPr>
            <a:lvl2pPr algn="l">
              <a:defRPr sz="975" b="1" i="0">
                <a:solidFill>
                  <a:srgbClr val="00A6A6"/>
                </a:solidFill>
                <a:latin typeface="Aptos"/>
                <a:ea typeface="Aptos"/>
                <a:cs typeface="Aptos"/>
              </a:defRPr>
            </a:lvl2pPr>
            <a:lvl3pPr algn="l">
              <a:defRPr sz="975" b="1" i="0">
                <a:solidFill>
                  <a:srgbClr val="00A6A6"/>
                </a:solidFill>
                <a:latin typeface="Aptos"/>
                <a:ea typeface="Aptos"/>
                <a:cs typeface="Aptos"/>
              </a:defRPr>
            </a:lvl3pPr>
            <a:lvl4pPr algn="l">
              <a:defRPr sz="975" b="1" i="0">
                <a:solidFill>
                  <a:srgbClr val="00A6A6"/>
                </a:solidFill>
                <a:latin typeface="Aptos"/>
                <a:ea typeface="Aptos"/>
                <a:cs typeface="Aptos"/>
              </a:defRPr>
            </a:lvl4pPr>
            <a:lvl5pPr algn="l">
              <a:defRPr sz="975" b="1" i="0">
                <a:solidFill>
                  <a:srgbClr val="00A6A6"/>
                </a:solidFill>
                <a:latin typeface="Aptos"/>
                <a:ea typeface="Aptos"/>
                <a:cs typeface="Aptos"/>
              </a:defRPr>
            </a:lvl5pPr>
            <a:lvl6pPr algn="l">
              <a:defRPr sz="975" b="1" i="0">
                <a:solidFill>
                  <a:srgbClr val="00A6A6"/>
                </a:solidFill>
                <a:latin typeface="Aptos"/>
                <a:ea typeface="Aptos"/>
                <a:cs typeface="Aptos"/>
              </a:defRPr>
            </a:lvl6pPr>
            <a:lvl7pPr algn="l">
              <a:defRPr sz="975" b="1" i="0">
                <a:solidFill>
                  <a:srgbClr val="00A6A6"/>
                </a:solidFill>
                <a:latin typeface="Aptos"/>
                <a:ea typeface="Aptos"/>
                <a:cs typeface="Aptos"/>
              </a:defRPr>
            </a:lvl7pPr>
            <a:lvl8pPr algn="l">
              <a:defRPr sz="975" b="1" i="0">
                <a:solidFill>
                  <a:srgbClr val="00A6A6"/>
                </a:solidFill>
                <a:latin typeface="Aptos"/>
                <a:ea typeface="Aptos"/>
                <a:cs typeface="Aptos"/>
              </a:defRPr>
            </a:lvl8pPr>
            <a:lvl9pPr algn="l">
              <a:defRPr sz="975" b="1" i="0">
                <a:solidFill>
                  <a:srgbClr val="00A6A6"/>
                </a:solidFill>
                <a:latin typeface="Aptos"/>
                <a:ea typeface="Aptos"/>
                <a:cs typeface="Aptos"/>
              </a:defRPr>
            </a:lvl9pPr>
          </a:lstStyle>
          <a:p xmlns:a="http://schemas.openxmlformats.org/drawingml/2006/main">
            <a:pPr algn="l">
              <a:defRPr sz="975" b="1" i="0">
                <a:solidFill>
                  <a:srgbClr val="00A6A6"/>
                </a:solidFill>
                <a:latin typeface="Aptos"/>
                <a:ea typeface="Aptos"/>
                <a:cs typeface="Aptos"/>
              </a:defRPr>
            </a:pPr>
            <a:r>
              <a:rPr sz="975" b="1" i="0">
                <a:solidFill>
                  <a:srgbClr val="00A6A6"/>
                </a:solidFill>
                <a:latin typeface="Aptos"/>
                <a:ea typeface="Aptos"/>
                <a:cs typeface="Aptos"/>
              </a:rPr>
              <a:t>PELÍCULAS · CLASIFICACIÓN</a:t>
            </a:r>
          </a:p>
        </p:txBody>
      </p:sp>
      <p:sp>
        <p:nvSpPr>
          <p:cNvPr id="2" name="">
            <a:extLst xmlns:a="http://schemas.openxmlformats.org/drawingml/2006/main">
              <a:ext uri="{FF2B5EF4-FFF2-40B4-BE49-F238E27FC236}">
                <a16:creationId xmlns:a16="http://schemas.microsoft.com/office/drawing/2014/main" id="{7671A1D2-9228-4FB6-BBCE-A44EA5B6F755}"/>
              </a:ext>
            </a:extLst>
          </p:cNvPr>
          <p:cNvSpPr>
            <a:spLocks xmlns:a="http://schemas.openxmlformats.org/drawingml/2006/main" noGrp="1"/>
          </p:cNvSpPr>
          <p:nvPr/>
        </p:nvSpPr>
        <p:spPr>
          <a:xfrm xmlns:a="http://schemas.openxmlformats.org/drawingml/2006/main">
            <a:off x="514350" y="590550"/>
            <a:ext cx="11125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550" b="1" i="0">
                <a:solidFill>
                  <a:srgbClr val="102B3F"/>
                </a:solidFill>
                <a:latin typeface="Aptos"/>
                <a:ea typeface="Aptos"/>
                <a:cs typeface="Aptos"/>
              </a:defRPr>
            </a:defPPr>
            <a:lvl1pPr algn="l">
              <a:defRPr sz="2550" b="1" i="0">
                <a:solidFill>
                  <a:srgbClr val="102B3F"/>
                </a:solidFill>
                <a:latin typeface="Aptos"/>
                <a:ea typeface="Aptos"/>
                <a:cs typeface="Aptos"/>
              </a:defRPr>
            </a:lvl1pPr>
            <a:lvl2pPr algn="l">
              <a:defRPr sz="2550" b="1" i="0">
                <a:solidFill>
                  <a:srgbClr val="102B3F"/>
                </a:solidFill>
                <a:latin typeface="Aptos"/>
                <a:ea typeface="Aptos"/>
                <a:cs typeface="Aptos"/>
              </a:defRPr>
            </a:lvl2pPr>
            <a:lvl3pPr algn="l">
              <a:defRPr sz="2550" b="1" i="0">
                <a:solidFill>
                  <a:srgbClr val="102B3F"/>
                </a:solidFill>
                <a:latin typeface="Aptos"/>
                <a:ea typeface="Aptos"/>
                <a:cs typeface="Aptos"/>
              </a:defRPr>
            </a:lvl3pPr>
            <a:lvl4pPr algn="l">
              <a:defRPr sz="2550" b="1" i="0">
                <a:solidFill>
                  <a:srgbClr val="102B3F"/>
                </a:solidFill>
                <a:latin typeface="Aptos"/>
                <a:ea typeface="Aptos"/>
                <a:cs typeface="Aptos"/>
              </a:defRPr>
            </a:lvl4pPr>
            <a:lvl5pPr algn="l">
              <a:defRPr sz="2550" b="1" i="0">
                <a:solidFill>
                  <a:srgbClr val="102B3F"/>
                </a:solidFill>
                <a:latin typeface="Aptos"/>
                <a:ea typeface="Aptos"/>
                <a:cs typeface="Aptos"/>
              </a:defRPr>
            </a:lvl5pPr>
            <a:lvl6pPr algn="l">
              <a:defRPr sz="2550" b="1" i="0">
                <a:solidFill>
                  <a:srgbClr val="102B3F"/>
                </a:solidFill>
                <a:latin typeface="Aptos"/>
                <a:ea typeface="Aptos"/>
                <a:cs typeface="Aptos"/>
              </a:defRPr>
            </a:lvl6pPr>
            <a:lvl7pPr algn="l">
              <a:defRPr sz="2550" b="1" i="0">
                <a:solidFill>
                  <a:srgbClr val="102B3F"/>
                </a:solidFill>
                <a:latin typeface="Aptos"/>
                <a:ea typeface="Aptos"/>
                <a:cs typeface="Aptos"/>
              </a:defRPr>
            </a:lvl7pPr>
            <a:lvl8pPr algn="l">
              <a:defRPr sz="2550" b="1" i="0">
                <a:solidFill>
                  <a:srgbClr val="102B3F"/>
                </a:solidFill>
                <a:latin typeface="Aptos"/>
                <a:ea typeface="Aptos"/>
                <a:cs typeface="Aptos"/>
              </a:defRPr>
            </a:lvl8pPr>
            <a:lvl9pPr algn="l">
              <a:defRPr sz="2550" b="1" i="0">
                <a:solidFill>
                  <a:srgbClr val="102B3F"/>
                </a:solidFill>
                <a:latin typeface="Aptos"/>
                <a:ea typeface="Aptos"/>
                <a:cs typeface="Aptos"/>
              </a:defRPr>
            </a:lvl9pPr>
          </a:lstStyle>
          <a:p xmlns:a="http://schemas.openxmlformats.org/drawingml/2006/main">
            <a:pPr algn="l">
              <a:defRPr sz="2550" b="1" i="0">
                <a:solidFill>
                  <a:srgbClr val="102B3F"/>
                </a:solidFill>
                <a:latin typeface="Aptos"/>
                <a:ea typeface="Aptos"/>
                <a:cs typeface="Aptos"/>
              </a:defRPr>
            </a:pPr>
            <a:r>
              <a:rPr sz="2550" b="1" i="0">
                <a:solidFill>
                  <a:srgbClr val="102B3F"/>
                </a:solidFill>
                <a:latin typeface="Aptos"/>
                <a:ea typeface="Aptos"/>
                <a:cs typeface="Aptos"/>
              </a:rPr>
              <a:t>El costo depende de qué etapa se mida</a:t>
            </a:r>
          </a:p>
        </p:txBody>
      </p:sp>
      <p:sp>
        <p:nvSpPr>
          <p:cNvPr id="3" name="">
            <a:extLst xmlns:a="http://schemas.openxmlformats.org/drawingml/2006/main">
              <a:ext uri="{FF2B5EF4-FFF2-40B4-BE49-F238E27FC236}">
                <a16:creationId xmlns:a16="http://schemas.microsoft.com/office/drawing/2014/main" id="{91249BF5-6521-43A5-807E-9899D825F3EA}"/>
              </a:ext>
            </a:extLst>
          </p:cNvPr>
          <p:cNvSpPr>
            <a:spLocks xmlns:a="http://schemas.openxmlformats.org/drawingml/2006/main" noGrp="1"/>
          </p:cNvSpPr>
          <p:nvPr/>
        </p:nvSpPr>
        <p:spPr>
          <a:xfrm xmlns:a="http://schemas.openxmlformats.org/drawingml/2006/main">
            <a:off x="514350" y="1133475"/>
            <a:ext cx="11125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75" b="0" i="0">
                <a:solidFill>
                  <a:srgbClr val="5D7180"/>
                </a:solidFill>
                <a:latin typeface="Aptos"/>
                <a:ea typeface="Aptos"/>
                <a:cs typeface="Aptos"/>
              </a:defRPr>
            </a:defPPr>
            <a:lvl1pPr algn="l">
              <a:defRPr sz="1275" b="0" i="0">
                <a:solidFill>
                  <a:srgbClr val="5D7180"/>
                </a:solidFill>
                <a:latin typeface="Aptos"/>
                <a:ea typeface="Aptos"/>
                <a:cs typeface="Aptos"/>
              </a:defRPr>
            </a:lvl1pPr>
            <a:lvl2pPr algn="l">
              <a:defRPr sz="1275" b="0" i="0">
                <a:solidFill>
                  <a:srgbClr val="5D7180"/>
                </a:solidFill>
                <a:latin typeface="Aptos"/>
                <a:ea typeface="Aptos"/>
                <a:cs typeface="Aptos"/>
              </a:defRPr>
            </a:lvl2pPr>
            <a:lvl3pPr algn="l">
              <a:defRPr sz="1275" b="0" i="0">
                <a:solidFill>
                  <a:srgbClr val="5D7180"/>
                </a:solidFill>
                <a:latin typeface="Aptos"/>
                <a:ea typeface="Aptos"/>
                <a:cs typeface="Aptos"/>
              </a:defRPr>
            </a:lvl3pPr>
            <a:lvl4pPr algn="l">
              <a:defRPr sz="1275" b="0" i="0">
                <a:solidFill>
                  <a:srgbClr val="5D7180"/>
                </a:solidFill>
                <a:latin typeface="Aptos"/>
                <a:ea typeface="Aptos"/>
                <a:cs typeface="Aptos"/>
              </a:defRPr>
            </a:lvl4pPr>
            <a:lvl5pPr algn="l">
              <a:defRPr sz="1275" b="0" i="0">
                <a:solidFill>
                  <a:srgbClr val="5D7180"/>
                </a:solidFill>
                <a:latin typeface="Aptos"/>
                <a:ea typeface="Aptos"/>
                <a:cs typeface="Aptos"/>
              </a:defRPr>
            </a:lvl5pPr>
            <a:lvl6pPr algn="l">
              <a:defRPr sz="1275" b="0" i="0">
                <a:solidFill>
                  <a:srgbClr val="5D7180"/>
                </a:solidFill>
                <a:latin typeface="Aptos"/>
                <a:ea typeface="Aptos"/>
                <a:cs typeface="Aptos"/>
              </a:defRPr>
            </a:lvl6pPr>
            <a:lvl7pPr algn="l">
              <a:defRPr sz="1275" b="0" i="0">
                <a:solidFill>
                  <a:srgbClr val="5D7180"/>
                </a:solidFill>
                <a:latin typeface="Aptos"/>
                <a:ea typeface="Aptos"/>
                <a:cs typeface="Aptos"/>
              </a:defRPr>
            </a:lvl7pPr>
            <a:lvl8pPr algn="l">
              <a:defRPr sz="1275" b="0" i="0">
                <a:solidFill>
                  <a:srgbClr val="5D7180"/>
                </a:solidFill>
                <a:latin typeface="Aptos"/>
                <a:ea typeface="Aptos"/>
                <a:cs typeface="Aptos"/>
              </a:defRPr>
            </a:lvl8pPr>
            <a:lvl9pPr algn="l">
              <a:defRPr sz="1275" b="0" i="0">
                <a:solidFill>
                  <a:srgbClr val="5D7180"/>
                </a:solidFill>
                <a:latin typeface="Aptos"/>
                <a:ea typeface="Aptos"/>
                <a:cs typeface="Aptos"/>
              </a:defRPr>
            </a:lvl9pPr>
          </a:lstStyle>
          <a:p xmlns:a="http://schemas.openxmlformats.org/drawingml/2006/main">
            <a:pPr algn="l">
              <a:defRPr sz="1275" b="0" i="0">
                <a:solidFill>
                  <a:srgbClr val="5D7180"/>
                </a:solidFill>
                <a:latin typeface="Aptos"/>
                <a:ea typeface="Aptos"/>
                <a:cs typeface="Aptos"/>
              </a:defRPr>
            </a:pPr>
            <a:r>
              <a:rPr sz="1275" b="0" i="0">
                <a:solidFill>
                  <a:srgbClr val="5D7180"/>
                </a:solidFill>
                <a:latin typeface="Aptos"/>
                <a:ea typeface="Aptos"/>
                <a:cs typeface="Aptos"/>
              </a:rPr>
              <a:t>Tiempos medianos en este equipo; la búsqueda se informa aparte</a:t>
            </a:r>
          </a:p>
        </p:txBody>
      </p:sp>
      <p:sp>
        <p:nvSpPr>
          <p:cNvPr id="4" name="">
            <a:extLst xmlns:a="http://schemas.openxmlformats.org/drawingml/2006/main">
              <a:ext uri="{FF2B5EF4-FFF2-40B4-BE49-F238E27FC236}">
                <a16:creationId xmlns:a16="http://schemas.microsoft.com/office/drawing/2014/main" id="{BA210011-58C9-4288-BF61-D7C60FB0AE2C}"/>
              </a:ext>
            </a:extLst>
          </p:cNvPr>
          <p:cNvSpPr>
            <a:spLocks xmlns:a="http://schemas.openxmlformats.org/drawingml/2006/main" noGrp="1"/>
          </p:cNvSpPr>
          <p:nvPr/>
        </p:nvSpPr>
        <p:spPr>
          <a:xfrm xmlns:a="http://schemas.openxmlformats.org/drawingml/2006/main">
            <a:off x="514350" y="1504950"/>
            <a:ext cx="11163300" cy="19050"/>
          </a:xfrm>
          <a:prstGeom xmlns:a="http://schemas.openxmlformats.org/drawingml/2006/main" prst="rect">
            <a:avLst/>
          </a:prstGeom>
          <a:solidFill xmlns:a="http://schemas.openxmlformats.org/drawingml/2006/main">
            <a:srgbClr val="D9E1E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71623EB-9DD5-4BA2-9C70-E554A5B1DCEE}"/>
              </a:ext>
            </a:extLst>
          </p:cNvPr>
          <p:cNvSpPr>
            <a:spLocks xmlns:a="http://schemas.openxmlformats.org/drawingml/2006/main" noGrp="1"/>
          </p:cNvSpPr>
          <p:nvPr/>
        </p:nvSpPr>
        <p:spPr>
          <a:xfrm xmlns:a="http://schemas.openxmlformats.org/drawingml/2006/main">
            <a:off x="514350" y="64198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900" b="1" i="0">
                <a:solidFill>
                  <a:srgbClr val="5D7180"/>
                </a:solidFill>
                <a:latin typeface="Aptos"/>
                <a:ea typeface="Aptos"/>
                <a:cs typeface="Aptos"/>
              </a:defRPr>
            </a:defPPr>
            <a:lvl1pPr algn="l">
              <a:defRPr sz="900" b="1" i="0">
                <a:solidFill>
                  <a:srgbClr val="5D7180"/>
                </a:solidFill>
                <a:latin typeface="Aptos"/>
                <a:ea typeface="Aptos"/>
                <a:cs typeface="Aptos"/>
              </a:defRPr>
            </a:lvl1pPr>
            <a:lvl2pPr algn="l">
              <a:defRPr sz="900" b="1" i="0">
                <a:solidFill>
                  <a:srgbClr val="5D7180"/>
                </a:solidFill>
                <a:latin typeface="Aptos"/>
                <a:ea typeface="Aptos"/>
                <a:cs typeface="Aptos"/>
              </a:defRPr>
            </a:lvl2pPr>
            <a:lvl3pPr algn="l">
              <a:defRPr sz="900" b="1" i="0">
                <a:solidFill>
                  <a:srgbClr val="5D7180"/>
                </a:solidFill>
                <a:latin typeface="Aptos"/>
                <a:ea typeface="Aptos"/>
                <a:cs typeface="Aptos"/>
              </a:defRPr>
            </a:lvl3pPr>
            <a:lvl4pPr algn="l">
              <a:defRPr sz="900" b="1" i="0">
                <a:solidFill>
                  <a:srgbClr val="5D7180"/>
                </a:solidFill>
                <a:latin typeface="Aptos"/>
                <a:ea typeface="Aptos"/>
                <a:cs typeface="Aptos"/>
              </a:defRPr>
            </a:lvl4pPr>
            <a:lvl5pPr algn="l">
              <a:defRPr sz="900" b="1" i="0">
                <a:solidFill>
                  <a:srgbClr val="5D7180"/>
                </a:solidFill>
                <a:latin typeface="Aptos"/>
                <a:ea typeface="Aptos"/>
                <a:cs typeface="Aptos"/>
              </a:defRPr>
            </a:lvl5pPr>
            <a:lvl6pPr algn="l">
              <a:defRPr sz="900" b="1" i="0">
                <a:solidFill>
                  <a:srgbClr val="5D7180"/>
                </a:solidFill>
                <a:latin typeface="Aptos"/>
                <a:ea typeface="Aptos"/>
                <a:cs typeface="Aptos"/>
              </a:defRPr>
            </a:lvl6pPr>
            <a:lvl7pPr algn="l">
              <a:defRPr sz="900" b="1" i="0">
                <a:solidFill>
                  <a:srgbClr val="5D7180"/>
                </a:solidFill>
                <a:latin typeface="Aptos"/>
                <a:ea typeface="Aptos"/>
                <a:cs typeface="Aptos"/>
              </a:defRPr>
            </a:lvl7pPr>
            <a:lvl8pPr algn="l">
              <a:defRPr sz="900" b="1" i="0">
                <a:solidFill>
                  <a:srgbClr val="5D7180"/>
                </a:solidFill>
                <a:latin typeface="Aptos"/>
                <a:ea typeface="Aptos"/>
                <a:cs typeface="Aptos"/>
              </a:defRPr>
            </a:lvl8pPr>
            <a:lvl9pPr algn="l">
              <a:defRPr sz="900" b="1" i="0">
                <a:solidFill>
                  <a:srgbClr val="5D7180"/>
                </a:solidFill>
                <a:latin typeface="Aptos"/>
                <a:ea typeface="Aptos"/>
                <a:cs typeface="Aptos"/>
              </a:defRPr>
            </a:lvl9pPr>
          </a:lstStyle>
          <a:p xmlns:a="http://schemas.openxmlformats.org/drawingml/2006/main">
            <a:pPr algn="l">
              <a:defRPr sz="900" b="1" i="0">
                <a:solidFill>
                  <a:srgbClr val="5D7180"/>
                </a:solidFill>
                <a:latin typeface="Aptos"/>
                <a:ea typeface="Aptos"/>
                <a:cs typeface="Aptos"/>
              </a:defRPr>
            </a:pPr>
            <a:r>
              <a:rPr sz="900" b="1" i="0">
                <a:solidFill>
                  <a:srgbClr val="5D7180"/>
                </a:solidFill>
                <a:latin typeface="Aptos"/>
                <a:ea typeface="Aptos"/>
                <a:cs typeface="Aptos"/>
              </a:rPr>
              <a:t>PROYECTO INTEGRADOR · MACHINE LEARNING</a:t>
            </a:r>
          </a:p>
        </p:txBody>
      </p:sp>
      <p:sp>
        <p:nvSpPr>
          <p:cNvPr id="6" name="">
            <a:extLst xmlns:a="http://schemas.openxmlformats.org/drawingml/2006/main">
              <a:ext uri="{FF2B5EF4-FFF2-40B4-BE49-F238E27FC236}">
                <a16:creationId xmlns:a16="http://schemas.microsoft.com/office/drawing/2014/main" id="{49A99494-845C-410C-9908-3442E368C64C}"/>
              </a:ext>
            </a:extLst>
          </p:cNvPr>
          <p:cNvSpPr>
            <a:spLocks xmlns:a="http://schemas.openxmlformats.org/drawingml/2006/main" noGrp="1"/>
          </p:cNvSpPr>
          <p:nvPr/>
        </p:nvSpPr>
        <p:spPr>
          <a:xfrm xmlns:a="http://schemas.openxmlformats.org/drawingml/2006/main">
            <a:off x="11163300" y="64198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r">
              <a:defRPr sz="900" b="1" i="0">
                <a:solidFill>
                  <a:srgbClr val="5D7180"/>
                </a:solidFill>
                <a:latin typeface="Aptos"/>
                <a:ea typeface="Aptos"/>
                <a:cs typeface="Aptos"/>
              </a:defRPr>
            </a:defPPr>
            <a:lvl1pPr algn="r">
              <a:defRPr sz="900" b="1" i="0">
                <a:solidFill>
                  <a:srgbClr val="5D7180"/>
                </a:solidFill>
                <a:latin typeface="Aptos"/>
                <a:ea typeface="Aptos"/>
                <a:cs typeface="Aptos"/>
              </a:defRPr>
            </a:lvl1pPr>
            <a:lvl2pPr algn="r">
              <a:defRPr sz="900" b="1" i="0">
                <a:solidFill>
                  <a:srgbClr val="5D7180"/>
                </a:solidFill>
                <a:latin typeface="Aptos"/>
                <a:ea typeface="Aptos"/>
                <a:cs typeface="Aptos"/>
              </a:defRPr>
            </a:lvl2pPr>
            <a:lvl3pPr algn="r">
              <a:defRPr sz="900" b="1" i="0">
                <a:solidFill>
                  <a:srgbClr val="5D7180"/>
                </a:solidFill>
                <a:latin typeface="Aptos"/>
                <a:ea typeface="Aptos"/>
                <a:cs typeface="Aptos"/>
              </a:defRPr>
            </a:lvl3pPr>
            <a:lvl4pPr algn="r">
              <a:defRPr sz="900" b="1" i="0">
                <a:solidFill>
                  <a:srgbClr val="5D7180"/>
                </a:solidFill>
                <a:latin typeface="Aptos"/>
                <a:ea typeface="Aptos"/>
                <a:cs typeface="Aptos"/>
              </a:defRPr>
            </a:lvl4pPr>
            <a:lvl5pPr algn="r">
              <a:defRPr sz="900" b="1" i="0">
                <a:solidFill>
                  <a:srgbClr val="5D7180"/>
                </a:solidFill>
                <a:latin typeface="Aptos"/>
                <a:ea typeface="Aptos"/>
                <a:cs typeface="Aptos"/>
              </a:defRPr>
            </a:lvl5pPr>
            <a:lvl6pPr algn="r">
              <a:defRPr sz="900" b="1" i="0">
                <a:solidFill>
                  <a:srgbClr val="5D7180"/>
                </a:solidFill>
                <a:latin typeface="Aptos"/>
                <a:ea typeface="Aptos"/>
                <a:cs typeface="Aptos"/>
              </a:defRPr>
            </a:lvl6pPr>
            <a:lvl7pPr algn="r">
              <a:defRPr sz="900" b="1" i="0">
                <a:solidFill>
                  <a:srgbClr val="5D7180"/>
                </a:solidFill>
                <a:latin typeface="Aptos"/>
                <a:ea typeface="Aptos"/>
                <a:cs typeface="Aptos"/>
              </a:defRPr>
            </a:lvl7pPr>
            <a:lvl8pPr algn="r">
              <a:defRPr sz="900" b="1" i="0">
                <a:solidFill>
                  <a:srgbClr val="5D7180"/>
                </a:solidFill>
                <a:latin typeface="Aptos"/>
                <a:ea typeface="Aptos"/>
                <a:cs typeface="Aptos"/>
              </a:defRPr>
            </a:lvl8pPr>
            <a:lvl9pPr algn="r">
              <a:defRPr sz="900" b="1" i="0">
                <a:solidFill>
                  <a:srgbClr val="5D7180"/>
                </a:solidFill>
                <a:latin typeface="Aptos"/>
                <a:ea typeface="Aptos"/>
                <a:cs typeface="Aptos"/>
              </a:defRPr>
            </a:lvl9pPr>
          </a:lstStyle>
          <a:p xmlns:a="http://schemas.openxmlformats.org/drawingml/2006/main">
            <a:pPr algn="r">
              <a:defRPr sz="900" b="1" i="0">
                <a:solidFill>
                  <a:srgbClr val="5D7180"/>
                </a:solidFill>
                <a:latin typeface="Aptos"/>
                <a:ea typeface="Aptos"/>
                <a:cs typeface="Aptos"/>
              </a:defRPr>
            </a:pPr>
            <a:r>
              <a:rPr sz="900" b="1" i="0">
                <a:solidFill>
                  <a:srgbClr val="5D7180"/>
                </a:solidFill>
                <a:latin typeface="Aptos"/>
                <a:ea typeface="Aptos"/>
                <a:cs typeface="Aptos"/>
              </a:rPr>
              <a:t>07</a:t>
            </a:r>
          </a:p>
        </p:txBody>
      </p:sp>
      <p:sp>
        <p:nvSpPr>
          <p:cNvPr id="7" name="">
            <a:extLst xmlns:a="http://schemas.openxmlformats.org/drawingml/2006/main">
              <a:ext uri="{FF2B5EF4-FFF2-40B4-BE49-F238E27FC236}">
                <a16:creationId xmlns:a16="http://schemas.microsoft.com/office/drawing/2014/main" id="{ABFDF0DA-36DA-43A8-AAA0-A8FA22984079}"/>
              </a:ext>
            </a:extLst>
          </p:cNvPr>
          <p:cNvSpPr>
            <a:spLocks xmlns:a="http://schemas.openxmlformats.org/drawingml/2006/main" noGrp="1"/>
          </p:cNvSpPr>
          <p:nvPr/>
        </p:nvSpPr>
        <p:spPr>
          <a:xfrm xmlns:a="http://schemas.openxmlformats.org/drawingml/2006/main">
            <a:off x="571500" y="1809750"/>
            <a:ext cx="2362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050" b="1" i="0">
                <a:solidFill>
                  <a:srgbClr val="5D7180"/>
                </a:solidFill>
                <a:latin typeface="Aptos"/>
                <a:ea typeface="Aptos"/>
                <a:cs typeface="Aptos"/>
              </a:defRPr>
            </a:defPPr>
            <a:lvl1pPr algn="l">
              <a:defRPr sz="1050" b="1" i="0">
                <a:solidFill>
                  <a:srgbClr val="5D7180"/>
                </a:solidFill>
                <a:latin typeface="Aptos"/>
                <a:ea typeface="Aptos"/>
                <a:cs typeface="Aptos"/>
              </a:defRPr>
            </a:lvl1pPr>
            <a:lvl2pPr algn="l">
              <a:defRPr sz="1050" b="1" i="0">
                <a:solidFill>
                  <a:srgbClr val="5D7180"/>
                </a:solidFill>
                <a:latin typeface="Aptos"/>
                <a:ea typeface="Aptos"/>
                <a:cs typeface="Aptos"/>
              </a:defRPr>
            </a:lvl2pPr>
            <a:lvl3pPr algn="l">
              <a:defRPr sz="1050" b="1" i="0">
                <a:solidFill>
                  <a:srgbClr val="5D7180"/>
                </a:solidFill>
                <a:latin typeface="Aptos"/>
                <a:ea typeface="Aptos"/>
                <a:cs typeface="Aptos"/>
              </a:defRPr>
            </a:lvl3pPr>
            <a:lvl4pPr algn="l">
              <a:defRPr sz="1050" b="1" i="0">
                <a:solidFill>
                  <a:srgbClr val="5D7180"/>
                </a:solidFill>
                <a:latin typeface="Aptos"/>
                <a:ea typeface="Aptos"/>
                <a:cs typeface="Aptos"/>
              </a:defRPr>
            </a:lvl4pPr>
            <a:lvl5pPr algn="l">
              <a:defRPr sz="1050" b="1" i="0">
                <a:solidFill>
                  <a:srgbClr val="5D7180"/>
                </a:solidFill>
                <a:latin typeface="Aptos"/>
                <a:ea typeface="Aptos"/>
                <a:cs typeface="Aptos"/>
              </a:defRPr>
            </a:lvl5pPr>
            <a:lvl6pPr algn="l">
              <a:defRPr sz="1050" b="1" i="0">
                <a:solidFill>
                  <a:srgbClr val="5D7180"/>
                </a:solidFill>
                <a:latin typeface="Aptos"/>
                <a:ea typeface="Aptos"/>
                <a:cs typeface="Aptos"/>
              </a:defRPr>
            </a:lvl6pPr>
            <a:lvl7pPr algn="l">
              <a:defRPr sz="1050" b="1" i="0">
                <a:solidFill>
                  <a:srgbClr val="5D7180"/>
                </a:solidFill>
                <a:latin typeface="Aptos"/>
                <a:ea typeface="Aptos"/>
                <a:cs typeface="Aptos"/>
              </a:defRPr>
            </a:lvl7pPr>
            <a:lvl8pPr algn="l">
              <a:defRPr sz="1050" b="1" i="0">
                <a:solidFill>
                  <a:srgbClr val="5D7180"/>
                </a:solidFill>
                <a:latin typeface="Aptos"/>
                <a:ea typeface="Aptos"/>
                <a:cs typeface="Aptos"/>
              </a:defRPr>
            </a:lvl8pPr>
            <a:lvl9pPr algn="l">
              <a:defRPr sz="1050" b="1" i="0">
                <a:solidFill>
                  <a:srgbClr val="5D7180"/>
                </a:solidFill>
                <a:latin typeface="Aptos"/>
                <a:ea typeface="Aptos"/>
                <a:cs typeface="Aptos"/>
              </a:defRPr>
            </a:lvl9pPr>
          </a:lstStyle>
          <a:p xmlns:a="http://schemas.openxmlformats.org/drawingml/2006/main">
            <a:pPr algn="l">
              <a:defRPr sz="1050" b="1" i="0">
                <a:solidFill>
                  <a:srgbClr val="5D7180"/>
                </a:solidFill>
                <a:latin typeface="Aptos"/>
                <a:ea typeface="Aptos"/>
                <a:cs typeface="Aptos"/>
              </a:defRPr>
            </a:pPr>
            <a:r>
              <a:rPr sz="1050" b="1" i="0">
                <a:solidFill>
                  <a:srgbClr val="5D7180"/>
                </a:solidFill>
                <a:latin typeface="Aptos"/>
                <a:ea typeface="Aptos"/>
                <a:cs typeface="Aptos"/>
              </a:rPr>
              <a:t>MODELO</a:t>
            </a:r>
          </a:p>
        </p:txBody>
      </p:sp>
      <p:sp>
        <p:nvSpPr>
          <p:cNvPr id="8" name="">
            <a:extLst xmlns:a="http://schemas.openxmlformats.org/drawingml/2006/main">
              <a:ext uri="{FF2B5EF4-FFF2-40B4-BE49-F238E27FC236}">
                <a16:creationId xmlns:a16="http://schemas.microsoft.com/office/drawing/2014/main" id="{CC5500EE-4AAE-46AC-BB31-A274B062B7FD}"/>
              </a:ext>
            </a:extLst>
          </p:cNvPr>
          <p:cNvSpPr>
            <a:spLocks xmlns:a="http://schemas.openxmlformats.org/drawingml/2006/main" noGrp="1"/>
          </p:cNvSpPr>
          <p:nvPr/>
        </p:nvSpPr>
        <p:spPr>
          <a:xfrm xmlns:a="http://schemas.openxmlformats.org/drawingml/2006/main">
            <a:off x="3419475" y="1809750"/>
            <a:ext cx="2628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050" b="1" i="0">
                <a:solidFill>
                  <a:srgbClr val="5D7180"/>
                </a:solidFill>
                <a:latin typeface="Aptos"/>
                <a:ea typeface="Aptos"/>
                <a:cs typeface="Aptos"/>
              </a:defRPr>
            </a:defPPr>
            <a:lvl1pPr algn="l">
              <a:defRPr sz="1050" b="1" i="0">
                <a:solidFill>
                  <a:srgbClr val="5D7180"/>
                </a:solidFill>
                <a:latin typeface="Aptos"/>
                <a:ea typeface="Aptos"/>
                <a:cs typeface="Aptos"/>
              </a:defRPr>
            </a:lvl1pPr>
            <a:lvl2pPr algn="l">
              <a:defRPr sz="1050" b="1" i="0">
                <a:solidFill>
                  <a:srgbClr val="5D7180"/>
                </a:solidFill>
                <a:latin typeface="Aptos"/>
                <a:ea typeface="Aptos"/>
                <a:cs typeface="Aptos"/>
              </a:defRPr>
            </a:lvl2pPr>
            <a:lvl3pPr algn="l">
              <a:defRPr sz="1050" b="1" i="0">
                <a:solidFill>
                  <a:srgbClr val="5D7180"/>
                </a:solidFill>
                <a:latin typeface="Aptos"/>
                <a:ea typeface="Aptos"/>
                <a:cs typeface="Aptos"/>
              </a:defRPr>
            </a:lvl3pPr>
            <a:lvl4pPr algn="l">
              <a:defRPr sz="1050" b="1" i="0">
                <a:solidFill>
                  <a:srgbClr val="5D7180"/>
                </a:solidFill>
                <a:latin typeface="Aptos"/>
                <a:ea typeface="Aptos"/>
                <a:cs typeface="Aptos"/>
              </a:defRPr>
            </a:lvl4pPr>
            <a:lvl5pPr algn="l">
              <a:defRPr sz="1050" b="1" i="0">
                <a:solidFill>
                  <a:srgbClr val="5D7180"/>
                </a:solidFill>
                <a:latin typeface="Aptos"/>
                <a:ea typeface="Aptos"/>
                <a:cs typeface="Aptos"/>
              </a:defRPr>
            </a:lvl5pPr>
            <a:lvl6pPr algn="l">
              <a:defRPr sz="1050" b="1" i="0">
                <a:solidFill>
                  <a:srgbClr val="5D7180"/>
                </a:solidFill>
                <a:latin typeface="Aptos"/>
                <a:ea typeface="Aptos"/>
                <a:cs typeface="Aptos"/>
              </a:defRPr>
            </a:lvl6pPr>
            <a:lvl7pPr algn="l">
              <a:defRPr sz="1050" b="1" i="0">
                <a:solidFill>
                  <a:srgbClr val="5D7180"/>
                </a:solidFill>
                <a:latin typeface="Aptos"/>
                <a:ea typeface="Aptos"/>
                <a:cs typeface="Aptos"/>
              </a:defRPr>
            </a:lvl7pPr>
            <a:lvl8pPr algn="l">
              <a:defRPr sz="1050" b="1" i="0">
                <a:solidFill>
                  <a:srgbClr val="5D7180"/>
                </a:solidFill>
                <a:latin typeface="Aptos"/>
                <a:ea typeface="Aptos"/>
                <a:cs typeface="Aptos"/>
              </a:defRPr>
            </a:lvl8pPr>
            <a:lvl9pPr algn="l">
              <a:defRPr sz="1050" b="1" i="0">
                <a:solidFill>
                  <a:srgbClr val="5D7180"/>
                </a:solidFill>
                <a:latin typeface="Aptos"/>
                <a:ea typeface="Aptos"/>
                <a:cs typeface="Aptos"/>
              </a:defRPr>
            </a:lvl9pPr>
          </a:lstStyle>
          <a:p xmlns:a="http://schemas.openxmlformats.org/drawingml/2006/main">
            <a:pPr algn="l">
              <a:defRPr sz="1050" b="1" i="0">
                <a:solidFill>
                  <a:srgbClr val="5D7180"/>
                </a:solidFill>
                <a:latin typeface="Aptos"/>
                <a:ea typeface="Aptos"/>
                <a:cs typeface="Aptos"/>
              </a:defRPr>
            </a:pPr>
            <a:r>
              <a:rPr sz="1050" b="1" i="0">
                <a:solidFill>
                  <a:srgbClr val="5D7180"/>
                </a:solidFill>
                <a:latin typeface="Aptos"/>
                <a:ea typeface="Aptos"/>
                <a:cs typeface="Aptos"/>
              </a:rPr>
              <a:t>ENTRENAMIENTO FINAL</a:t>
            </a:r>
          </a:p>
        </p:txBody>
      </p:sp>
      <p:sp>
        <p:nvSpPr>
          <p:cNvPr id="9" name="">
            <a:extLst xmlns:a="http://schemas.openxmlformats.org/drawingml/2006/main">
              <a:ext uri="{FF2B5EF4-FFF2-40B4-BE49-F238E27FC236}">
                <a16:creationId xmlns:a16="http://schemas.microsoft.com/office/drawing/2014/main" id="{C9BF14DE-785C-42E2-8119-C5C546017873}"/>
              </a:ext>
            </a:extLst>
          </p:cNvPr>
          <p:cNvSpPr>
            <a:spLocks xmlns:a="http://schemas.openxmlformats.org/drawingml/2006/main" noGrp="1"/>
          </p:cNvSpPr>
          <p:nvPr/>
        </p:nvSpPr>
        <p:spPr>
          <a:xfrm xmlns:a="http://schemas.openxmlformats.org/drawingml/2006/main">
            <a:off x="6629400" y="1809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050" b="1" i="0">
                <a:solidFill>
                  <a:srgbClr val="5D7180"/>
                </a:solidFill>
                <a:latin typeface="Aptos"/>
                <a:ea typeface="Aptos"/>
                <a:cs typeface="Aptos"/>
              </a:defRPr>
            </a:defPPr>
            <a:lvl1pPr algn="l">
              <a:defRPr sz="1050" b="1" i="0">
                <a:solidFill>
                  <a:srgbClr val="5D7180"/>
                </a:solidFill>
                <a:latin typeface="Aptos"/>
                <a:ea typeface="Aptos"/>
                <a:cs typeface="Aptos"/>
              </a:defRPr>
            </a:lvl1pPr>
            <a:lvl2pPr algn="l">
              <a:defRPr sz="1050" b="1" i="0">
                <a:solidFill>
                  <a:srgbClr val="5D7180"/>
                </a:solidFill>
                <a:latin typeface="Aptos"/>
                <a:ea typeface="Aptos"/>
                <a:cs typeface="Aptos"/>
              </a:defRPr>
            </a:lvl2pPr>
            <a:lvl3pPr algn="l">
              <a:defRPr sz="1050" b="1" i="0">
                <a:solidFill>
                  <a:srgbClr val="5D7180"/>
                </a:solidFill>
                <a:latin typeface="Aptos"/>
                <a:ea typeface="Aptos"/>
                <a:cs typeface="Aptos"/>
              </a:defRPr>
            </a:lvl3pPr>
            <a:lvl4pPr algn="l">
              <a:defRPr sz="1050" b="1" i="0">
                <a:solidFill>
                  <a:srgbClr val="5D7180"/>
                </a:solidFill>
                <a:latin typeface="Aptos"/>
                <a:ea typeface="Aptos"/>
                <a:cs typeface="Aptos"/>
              </a:defRPr>
            </a:lvl4pPr>
            <a:lvl5pPr algn="l">
              <a:defRPr sz="1050" b="1" i="0">
                <a:solidFill>
                  <a:srgbClr val="5D7180"/>
                </a:solidFill>
                <a:latin typeface="Aptos"/>
                <a:ea typeface="Aptos"/>
                <a:cs typeface="Aptos"/>
              </a:defRPr>
            </a:lvl5pPr>
            <a:lvl6pPr algn="l">
              <a:defRPr sz="1050" b="1" i="0">
                <a:solidFill>
                  <a:srgbClr val="5D7180"/>
                </a:solidFill>
                <a:latin typeface="Aptos"/>
                <a:ea typeface="Aptos"/>
                <a:cs typeface="Aptos"/>
              </a:defRPr>
            </a:lvl6pPr>
            <a:lvl7pPr algn="l">
              <a:defRPr sz="1050" b="1" i="0">
                <a:solidFill>
                  <a:srgbClr val="5D7180"/>
                </a:solidFill>
                <a:latin typeface="Aptos"/>
                <a:ea typeface="Aptos"/>
                <a:cs typeface="Aptos"/>
              </a:defRPr>
            </a:lvl7pPr>
            <a:lvl8pPr algn="l">
              <a:defRPr sz="1050" b="1" i="0">
                <a:solidFill>
                  <a:srgbClr val="5D7180"/>
                </a:solidFill>
                <a:latin typeface="Aptos"/>
                <a:ea typeface="Aptos"/>
                <a:cs typeface="Aptos"/>
              </a:defRPr>
            </a:lvl8pPr>
            <a:lvl9pPr algn="l">
              <a:defRPr sz="1050" b="1" i="0">
                <a:solidFill>
                  <a:srgbClr val="5D7180"/>
                </a:solidFill>
                <a:latin typeface="Aptos"/>
                <a:ea typeface="Aptos"/>
                <a:cs typeface="Aptos"/>
              </a:defRPr>
            </a:lvl9pPr>
          </a:lstStyle>
          <a:p xmlns:a="http://schemas.openxmlformats.org/drawingml/2006/main">
            <a:pPr algn="l">
              <a:defRPr sz="1050" b="1" i="0">
                <a:solidFill>
                  <a:srgbClr val="5D7180"/>
                </a:solidFill>
                <a:latin typeface="Aptos"/>
                <a:ea typeface="Aptos"/>
                <a:cs typeface="Aptos"/>
              </a:defRPr>
            </a:pPr>
            <a:r>
              <a:rPr sz="1050" b="1" i="0">
                <a:solidFill>
                  <a:srgbClr val="5D7180"/>
                </a:solidFill>
                <a:latin typeface="Aptos"/>
                <a:ea typeface="Aptos"/>
                <a:cs typeface="Aptos"/>
              </a:rPr>
              <a:t>PREDICCIÓN / PELÍCULA</a:t>
            </a:r>
          </a:p>
        </p:txBody>
      </p:sp>
      <p:sp>
        <p:nvSpPr>
          <p:cNvPr id="10" name="">
            <a:extLst xmlns:a="http://schemas.openxmlformats.org/drawingml/2006/main">
              <a:ext uri="{FF2B5EF4-FFF2-40B4-BE49-F238E27FC236}">
                <a16:creationId xmlns:a16="http://schemas.microsoft.com/office/drawing/2014/main" id="{5E726507-4DEC-4343-9DAD-C74086F4969A}"/>
              </a:ext>
            </a:extLst>
          </p:cNvPr>
          <p:cNvSpPr>
            <a:spLocks xmlns:a="http://schemas.openxmlformats.org/drawingml/2006/main" noGrp="1"/>
          </p:cNvSpPr>
          <p:nvPr/>
        </p:nvSpPr>
        <p:spPr>
          <a:xfrm xmlns:a="http://schemas.openxmlformats.org/drawingml/2006/main">
            <a:off x="9658350" y="18097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050" b="1" i="0">
                <a:solidFill>
                  <a:srgbClr val="5D7180"/>
                </a:solidFill>
                <a:latin typeface="Aptos"/>
                <a:ea typeface="Aptos"/>
                <a:cs typeface="Aptos"/>
              </a:defRPr>
            </a:defPPr>
            <a:lvl1pPr algn="l">
              <a:defRPr sz="1050" b="1" i="0">
                <a:solidFill>
                  <a:srgbClr val="5D7180"/>
                </a:solidFill>
                <a:latin typeface="Aptos"/>
                <a:ea typeface="Aptos"/>
                <a:cs typeface="Aptos"/>
              </a:defRPr>
            </a:lvl1pPr>
            <a:lvl2pPr algn="l">
              <a:defRPr sz="1050" b="1" i="0">
                <a:solidFill>
                  <a:srgbClr val="5D7180"/>
                </a:solidFill>
                <a:latin typeface="Aptos"/>
                <a:ea typeface="Aptos"/>
                <a:cs typeface="Aptos"/>
              </a:defRPr>
            </a:lvl2pPr>
            <a:lvl3pPr algn="l">
              <a:defRPr sz="1050" b="1" i="0">
                <a:solidFill>
                  <a:srgbClr val="5D7180"/>
                </a:solidFill>
                <a:latin typeface="Aptos"/>
                <a:ea typeface="Aptos"/>
                <a:cs typeface="Aptos"/>
              </a:defRPr>
            </a:lvl3pPr>
            <a:lvl4pPr algn="l">
              <a:defRPr sz="1050" b="1" i="0">
                <a:solidFill>
                  <a:srgbClr val="5D7180"/>
                </a:solidFill>
                <a:latin typeface="Aptos"/>
                <a:ea typeface="Aptos"/>
                <a:cs typeface="Aptos"/>
              </a:defRPr>
            </a:lvl4pPr>
            <a:lvl5pPr algn="l">
              <a:defRPr sz="1050" b="1" i="0">
                <a:solidFill>
                  <a:srgbClr val="5D7180"/>
                </a:solidFill>
                <a:latin typeface="Aptos"/>
                <a:ea typeface="Aptos"/>
                <a:cs typeface="Aptos"/>
              </a:defRPr>
            </a:lvl5pPr>
            <a:lvl6pPr algn="l">
              <a:defRPr sz="1050" b="1" i="0">
                <a:solidFill>
                  <a:srgbClr val="5D7180"/>
                </a:solidFill>
                <a:latin typeface="Aptos"/>
                <a:ea typeface="Aptos"/>
                <a:cs typeface="Aptos"/>
              </a:defRPr>
            </a:lvl6pPr>
            <a:lvl7pPr algn="l">
              <a:defRPr sz="1050" b="1" i="0">
                <a:solidFill>
                  <a:srgbClr val="5D7180"/>
                </a:solidFill>
                <a:latin typeface="Aptos"/>
                <a:ea typeface="Aptos"/>
                <a:cs typeface="Aptos"/>
              </a:defRPr>
            </a:lvl7pPr>
            <a:lvl8pPr algn="l">
              <a:defRPr sz="1050" b="1" i="0">
                <a:solidFill>
                  <a:srgbClr val="5D7180"/>
                </a:solidFill>
                <a:latin typeface="Aptos"/>
                <a:ea typeface="Aptos"/>
                <a:cs typeface="Aptos"/>
              </a:defRPr>
            </a:lvl8pPr>
            <a:lvl9pPr algn="l">
              <a:defRPr sz="1050" b="1" i="0">
                <a:solidFill>
                  <a:srgbClr val="5D7180"/>
                </a:solidFill>
                <a:latin typeface="Aptos"/>
                <a:ea typeface="Aptos"/>
                <a:cs typeface="Aptos"/>
              </a:defRPr>
            </a:lvl9pPr>
          </a:lstStyle>
          <a:p xmlns:a="http://schemas.openxmlformats.org/drawingml/2006/main">
            <a:pPr algn="l">
              <a:defRPr sz="1050" b="1" i="0">
                <a:solidFill>
                  <a:srgbClr val="5D7180"/>
                </a:solidFill>
                <a:latin typeface="Aptos"/>
                <a:ea typeface="Aptos"/>
                <a:cs typeface="Aptos"/>
              </a:defRPr>
            </a:pPr>
            <a:r>
              <a:rPr sz="1050" b="1" i="0">
                <a:solidFill>
                  <a:srgbClr val="5D7180"/>
                </a:solidFill>
                <a:latin typeface="Aptos"/>
                <a:ea typeface="Aptos"/>
                <a:cs typeface="Aptos"/>
              </a:rPr>
              <a:t>BÚSQUEDA</a:t>
            </a:r>
          </a:p>
        </p:txBody>
      </p:sp>
      <p:sp>
        <p:nvSpPr>
          <p:cNvPr id="11" name="">
            <a:extLst xmlns:a="http://schemas.openxmlformats.org/drawingml/2006/main">
              <a:ext uri="{FF2B5EF4-FFF2-40B4-BE49-F238E27FC236}">
                <a16:creationId xmlns:a16="http://schemas.microsoft.com/office/drawing/2014/main" id="{AB4DE58B-DE84-4D52-9F20-5B1CF8E603FD}"/>
              </a:ext>
            </a:extLst>
          </p:cNvPr>
          <p:cNvSpPr>
            <a:spLocks xmlns:a="http://schemas.openxmlformats.org/drawingml/2006/main" noGrp="1"/>
          </p:cNvSpPr>
          <p:nvPr/>
        </p:nvSpPr>
        <p:spPr>
          <a:xfrm xmlns:a="http://schemas.openxmlformats.org/drawingml/2006/main">
            <a:off x="571500" y="2247900"/>
            <a:ext cx="2333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425" b="1" i="0">
                <a:solidFill>
                  <a:srgbClr val="102B3F"/>
                </a:solidFill>
                <a:latin typeface="Aptos"/>
                <a:ea typeface="Aptos"/>
                <a:cs typeface="Aptos"/>
              </a:defRPr>
            </a:defPPr>
            <a:lvl1pPr algn="l">
              <a:defRPr sz="1425" b="1" i="0">
                <a:solidFill>
                  <a:srgbClr val="102B3F"/>
                </a:solidFill>
                <a:latin typeface="Aptos"/>
                <a:ea typeface="Aptos"/>
                <a:cs typeface="Aptos"/>
              </a:defRPr>
            </a:lvl1pPr>
            <a:lvl2pPr algn="l">
              <a:defRPr sz="1425" b="1" i="0">
                <a:solidFill>
                  <a:srgbClr val="102B3F"/>
                </a:solidFill>
                <a:latin typeface="Aptos"/>
                <a:ea typeface="Aptos"/>
                <a:cs typeface="Aptos"/>
              </a:defRPr>
            </a:lvl2pPr>
            <a:lvl3pPr algn="l">
              <a:defRPr sz="1425" b="1" i="0">
                <a:solidFill>
                  <a:srgbClr val="102B3F"/>
                </a:solidFill>
                <a:latin typeface="Aptos"/>
                <a:ea typeface="Aptos"/>
                <a:cs typeface="Aptos"/>
              </a:defRPr>
            </a:lvl3pPr>
            <a:lvl4pPr algn="l">
              <a:defRPr sz="1425" b="1" i="0">
                <a:solidFill>
                  <a:srgbClr val="102B3F"/>
                </a:solidFill>
                <a:latin typeface="Aptos"/>
                <a:ea typeface="Aptos"/>
                <a:cs typeface="Aptos"/>
              </a:defRPr>
            </a:lvl4pPr>
            <a:lvl5pPr algn="l">
              <a:defRPr sz="1425" b="1" i="0">
                <a:solidFill>
                  <a:srgbClr val="102B3F"/>
                </a:solidFill>
                <a:latin typeface="Aptos"/>
                <a:ea typeface="Aptos"/>
                <a:cs typeface="Aptos"/>
              </a:defRPr>
            </a:lvl5pPr>
            <a:lvl6pPr algn="l">
              <a:defRPr sz="1425" b="1" i="0">
                <a:solidFill>
                  <a:srgbClr val="102B3F"/>
                </a:solidFill>
                <a:latin typeface="Aptos"/>
                <a:ea typeface="Aptos"/>
                <a:cs typeface="Aptos"/>
              </a:defRPr>
            </a:lvl6pPr>
            <a:lvl7pPr algn="l">
              <a:defRPr sz="1425" b="1" i="0">
                <a:solidFill>
                  <a:srgbClr val="102B3F"/>
                </a:solidFill>
                <a:latin typeface="Aptos"/>
                <a:ea typeface="Aptos"/>
                <a:cs typeface="Aptos"/>
              </a:defRPr>
            </a:lvl7pPr>
            <a:lvl8pPr algn="l">
              <a:defRPr sz="1425" b="1" i="0">
                <a:solidFill>
                  <a:srgbClr val="102B3F"/>
                </a:solidFill>
                <a:latin typeface="Aptos"/>
                <a:ea typeface="Aptos"/>
                <a:cs typeface="Aptos"/>
              </a:defRPr>
            </a:lvl8pPr>
            <a:lvl9pPr algn="l">
              <a:defRPr sz="1425" b="1" i="0">
                <a:solidFill>
                  <a:srgbClr val="102B3F"/>
                </a:solidFill>
                <a:latin typeface="Aptos"/>
                <a:ea typeface="Aptos"/>
                <a:cs typeface="Aptos"/>
              </a:defRPr>
            </a:lvl9pPr>
          </a:lstStyle>
          <a:p xmlns:a="http://schemas.openxmlformats.org/drawingml/2006/main">
            <a:pPr algn="l">
              <a:defRPr sz="1425" b="1" i="0">
                <a:solidFill>
                  <a:srgbClr val="102B3F"/>
                </a:solidFill>
                <a:latin typeface="Aptos"/>
                <a:ea typeface="Aptos"/>
                <a:cs typeface="Aptos"/>
              </a:defRPr>
            </a:pPr>
            <a:r>
              <a:rPr sz="1425" b="1" i="0">
                <a:solidFill>
                  <a:srgbClr val="102B3F"/>
                </a:solidFill>
                <a:latin typeface="Aptos"/>
                <a:ea typeface="Aptos"/>
                <a:cs typeface="Aptos"/>
              </a:rPr>
              <a:t>Árbol</a:t>
            </a:r>
          </a:p>
        </p:txBody>
      </p:sp>
      <p:sp>
        <p:nvSpPr>
          <p:cNvPr id="12" name="">
            <a:extLst xmlns:a="http://schemas.openxmlformats.org/drawingml/2006/main">
              <a:ext uri="{FF2B5EF4-FFF2-40B4-BE49-F238E27FC236}">
                <a16:creationId xmlns:a16="http://schemas.microsoft.com/office/drawing/2014/main" id="{600A42C9-A749-45CA-B6AE-3EB32C3D809A}"/>
              </a:ext>
            </a:extLst>
          </p:cNvPr>
          <p:cNvSpPr>
            <a:spLocks xmlns:a="http://schemas.openxmlformats.org/drawingml/2006/main" noGrp="1"/>
          </p:cNvSpPr>
          <p:nvPr/>
        </p:nvSpPr>
        <p:spPr>
          <a:xfrm xmlns:a="http://schemas.openxmlformats.org/drawingml/2006/main">
            <a:off x="3400425" y="2333625"/>
            <a:ext cx="1905000" cy="171450"/>
          </a:xfrm>
          <a:prstGeom xmlns:a="http://schemas.openxmlformats.org/drawingml/2006/main" prst="roundRect">
            <a:avLst>
              <a:gd name="adj" fmla="val 44444"/>
            </a:avLst>
          </a:prstGeom>
          <a:solidFill xmlns:a="http://schemas.openxmlformats.org/drawingml/2006/main">
            <a:srgbClr val="E9EFF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6E740D8-4199-45A9-9A10-98337D5120E4}"/>
              </a:ext>
            </a:extLst>
          </p:cNvPr>
          <p:cNvSpPr>
            <a:spLocks xmlns:a="http://schemas.openxmlformats.org/drawingml/2006/main" noGrp="1"/>
          </p:cNvSpPr>
          <p:nvPr/>
        </p:nvSpPr>
        <p:spPr>
          <a:xfrm xmlns:a="http://schemas.openxmlformats.org/drawingml/2006/main">
            <a:off x="3400425" y="2333625"/>
            <a:ext cx="171450" cy="171450"/>
          </a:xfrm>
          <a:prstGeom xmlns:a="http://schemas.openxmlformats.org/drawingml/2006/main" prst="roundRect">
            <a:avLst>
              <a:gd name="adj" fmla="val 44444"/>
            </a:avLst>
          </a:prstGeom>
          <a:solidFill xmlns:a="http://schemas.openxmlformats.org/drawingml/2006/main">
            <a:srgbClr val="D96C5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4538012-C4C7-4980-A4B6-1288955D5FDF}"/>
              </a:ext>
            </a:extLst>
          </p:cNvPr>
          <p:cNvSpPr>
            <a:spLocks xmlns:a="http://schemas.openxmlformats.org/drawingml/2006/main" noGrp="1"/>
          </p:cNvSpPr>
          <p:nvPr/>
        </p:nvSpPr>
        <p:spPr>
          <a:xfrm xmlns:a="http://schemas.openxmlformats.org/drawingml/2006/main">
            <a:off x="5429250" y="2247900"/>
            <a:ext cx="95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ctr">
              <a:defRPr sz="1275" b="1" i="0">
                <a:solidFill>
                  <a:srgbClr val="183042"/>
                </a:solidFill>
                <a:latin typeface="Aptos"/>
                <a:ea typeface="Aptos"/>
                <a:cs typeface="Aptos"/>
              </a:defRPr>
            </a:defPPr>
            <a:lvl1pPr algn="ctr">
              <a:defRPr sz="1275" b="1" i="0">
                <a:solidFill>
                  <a:srgbClr val="183042"/>
                </a:solidFill>
                <a:latin typeface="Aptos"/>
                <a:ea typeface="Aptos"/>
                <a:cs typeface="Aptos"/>
              </a:defRPr>
            </a:lvl1pPr>
            <a:lvl2pPr algn="ctr">
              <a:defRPr sz="1275" b="1" i="0">
                <a:solidFill>
                  <a:srgbClr val="183042"/>
                </a:solidFill>
                <a:latin typeface="Aptos"/>
                <a:ea typeface="Aptos"/>
                <a:cs typeface="Aptos"/>
              </a:defRPr>
            </a:lvl2pPr>
            <a:lvl3pPr algn="ctr">
              <a:defRPr sz="1275" b="1" i="0">
                <a:solidFill>
                  <a:srgbClr val="183042"/>
                </a:solidFill>
                <a:latin typeface="Aptos"/>
                <a:ea typeface="Aptos"/>
                <a:cs typeface="Aptos"/>
              </a:defRPr>
            </a:lvl3pPr>
            <a:lvl4pPr algn="ctr">
              <a:defRPr sz="1275" b="1" i="0">
                <a:solidFill>
                  <a:srgbClr val="183042"/>
                </a:solidFill>
                <a:latin typeface="Aptos"/>
                <a:ea typeface="Aptos"/>
                <a:cs typeface="Aptos"/>
              </a:defRPr>
            </a:lvl4pPr>
            <a:lvl5pPr algn="ctr">
              <a:defRPr sz="1275" b="1" i="0">
                <a:solidFill>
                  <a:srgbClr val="183042"/>
                </a:solidFill>
                <a:latin typeface="Aptos"/>
                <a:ea typeface="Aptos"/>
                <a:cs typeface="Aptos"/>
              </a:defRPr>
            </a:lvl5pPr>
            <a:lvl6pPr algn="ctr">
              <a:defRPr sz="1275" b="1" i="0">
                <a:solidFill>
                  <a:srgbClr val="183042"/>
                </a:solidFill>
                <a:latin typeface="Aptos"/>
                <a:ea typeface="Aptos"/>
                <a:cs typeface="Aptos"/>
              </a:defRPr>
            </a:lvl6pPr>
            <a:lvl7pPr algn="ctr">
              <a:defRPr sz="1275" b="1" i="0">
                <a:solidFill>
                  <a:srgbClr val="183042"/>
                </a:solidFill>
                <a:latin typeface="Aptos"/>
                <a:ea typeface="Aptos"/>
                <a:cs typeface="Aptos"/>
              </a:defRPr>
            </a:lvl7pPr>
            <a:lvl8pPr algn="ctr">
              <a:defRPr sz="1275" b="1" i="0">
                <a:solidFill>
                  <a:srgbClr val="183042"/>
                </a:solidFill>
                <a:latin typeface="Aptos"/>
                <a:ea typeface="Aptos"/>
                <a:cs typeface="Aptos"/>
              </a:defRPr>
            </a:lvl8pPr>
            <a:lvl9pPr algn="ctr">
              <a:defRPr sz="1275" b="1" i="0">
                <a:solidFill>
                  <a:srgbClr val="183042"/>
                </a:solidFill>
                <a:latin typeface="Aptos"/>
                <a:ea typeface="Aptos"/>
                <a:cs typeface="Aptos"/>
              </a:defRPr>
            </a:lvl9pPr>
          </a:lstStyle>
          <a:p xmlns:a="http://schemas.openxmlformats.org/drawingml/2006/main">
            <a:pPr algn="ctr">
              <a:defRPr sz="1275" b="1" i="0">
                <a:solidFill>
                  <a:srgbClr val="183042"/>
                </a:solidFill>
                <a:latin typeface="Aptos"/>
                <a:ea typeface="Aptos"/>
                <a:cs typeface="Aptos"/>
              </a:defRPr>
            </a:pPr>
            <a:r>
              <a:rPr sz="1275" b="1" i="0">
                <a:solidFill>
                  <a:srgbClr val="183042"/>
                </a:solidFill>
                <a:latin typeface="Aptos"/>
                <a:ea typeface="Aptos"/>
                <a:cs typeface="Aptos"/>
              </a:rPr>
              <a:t>0,36 s</a:t>
            </a:r>
          </a:p>
        </p:txBody>
      </p:sp>
      <p:sp>
        <p:nvSpPr>
          <p:cNvPr id="15" name="">
            <a:extLst xmlns:a="http://schemas.openxmlformats.org/drawingml/2006/main">
              <a:ext uri="{FF2B5EF4-FFF2-40B4-BE49-F238E27FC236}">
                <a16:creationId xmlns:a16="http://schemas.microsoft.com/office/drawing/2014/main" id="{06AF2ACD-F91B-4921-85F4-8CF4B7AED7FA}"/>
              </a:ext>
            </a:extLst>
          </p:cNvPr>
          <p:cNvSpPr>
            <a:spLocks xmlns:a="http://schemas.openxmlformats.org/drawingml/2006/main" noGrp="1"/>
          </p:cNvSpPr>
          <p:nvPr/>
        </p:nvSpPr>
        <p:spPr>
          <a:xfrm xmlns:a="http://schemas.openxmlformats.org/drawingml/2006/main">
            <a:off x="6819900" y="22479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ctr">
              <a:defRPr sz="1275" b="1" i="0">
                <a:solidFill>
                  <a:srgbClr val="183042"/>
                </a:solidFill>
                <a:latin typeface="Aptos"/>
                <a:ea typeface="Aptos"/>
                <a:cs typeface="Aptos"/>
              </a:defRPr>
            </a:defPPr>
            <a:lvl1pPr algn="ctr">
              <a:defRPr sz="1275" b="1" i="0">
                <a:solidFill>
                  <a:srgbClr val="183042"/>
                </a:solidFill>
                <a:latin typeface="Aptos"/>
                <a:ea typeface="Aptos"/>
                <a:cs typeface="Aptos"/>
              </a:defRPr>
            </a:lvl1pPr>
            <a:lvl2pPr algn="ctr">
              <a:defRPr sz="1275" b="1" i="0">
                <a:solidFill>
                  <a:srgbClr val="183042"/>
                </a:solidFill>
                <a:latin typeface="Aptos"/>
                <a:ea typeface="Aptos"/>
                <a:cs typeface="Aptos"/>
              </a:defRPr>
            </a:lvl2pPr>
            <a:lvl3pPr algn="ctr">
              <a:defRPr sz="1275" b="1" i="0">
                <a:solidFill>
                  <a:srgbClr val="183042"/>
                </a:solidFill>
                <a:latin typeface="Aptos"/>
                <a:ea typeface="Aptos"/>
                <a:cs typeface="Aptos"/>
              </a:defRPr>
            </a:lvl3pPr>
            <a:lvl4pPr algn="ctr">
              <a:defRPr sz="1275" b="1" i="0">
                <a:solidFill>
                  <a:srgbClr val="183042"/>
                </a:solidFill>
                <a:latin typeface="Aptos"/>
                <a:ea typeface="Aptos"/>
                <a:cs typeface="Aptos"/>
              </a:defRPr>
            </a:lvl4pPr>
            <a:lvl5pPr algn="ctr">
              <a:defRPr sz="1275" b="1" i="0">
                <a:solidFill>
                  <a:srgbClr val="183042"/>
                </a:solidFill>
                <a:latin typeface="Aptos"/>
                <a:ea typeface="Aptos"/>
                <a:cs typeface="Aptos"/>
              </a:defRPr>
            </a:lvl5pPr>
            <a:lvl6pPr algn="ctr">
              <a:defRPr sz="1275" b="1" i="0">
                <a:solidFill>
                  <a:srgbClr val="183042"/>
                </a:solidFill>
                <a:latin typeface="Aptos"/>
                <a:ea typeface="Aptos"/>
                <a:cs typeface="Aptos"/>
              </a:defRPr>
            </a:lvl6pPr>
            <a:lvl7pPr algn="ctr">
              <a:defRPr sz="1275" b="1" i="0">
                <a:solidFill>
                  <a:srgbClr val="183042"/>
                </a:solidFill>
                <a:latin typeface="Aptos"/>
                <a:ea typeface="Aptos"/>
                <a:cs typeface="Aptos"/>
              </a:defRPr>
            </a:lvl7pPr>
            <a:lvl8pPr algn="ctr">
              <a:defRPr sz="1275" b="1" i="0">
                <a:solidFill>
                  <a:srgbClr val="183042"/>
                </a:solidFill>
                <a:latin typeface="Aptos"/>
                <a:ea typeface="Aptos"/>
                <a:cs typeface="Aptos"/>
              </a:defRPr>
            </a:lvl8pPr>
            <a:lvl9pPr algn="ctr">
              <a:defRPr sz="1275" b="1" i="0">
                <a:solidFill>
                  <a:srgbClr val="183042"/>
                </a:solidFill>
                <a:latin typeface="Aptos"/>
                <a:ea typeface="Aptos"/>
                <a:cs typeface="Aptos"/>
              </a:defRPr>
            </a:lvl9pPr>
          </a:lstStyle>
          <a:p xmlns:a="http://schemas.openxmlformats.org/drawingml/2006/main">
            <a:pPr algn="ctr">
              <a:defRPr sz="1275" b="1" i="0">
                <a:solidFill>
                  <a:srgbClr val="183042"/>
                </a:solidFill>
                <a:latin typeface="Aptos"/>
                <a:ea typeface="Aptos"/>
                <a:cs typeface="Aptos"/>
              </a:defRPr>
            </a:pPr>
            <a:r>
              <a:rPr sz="1275" b="1" i="0">
                <a:solidFill>
                  <a:srgbClr val="183042"/>
                </a:solidFill>
                <a:latin typeface="Aptos"/>
                <a:ea typeface="Aptos"/>
                <a:cs typeface="Aptos"/>
              </a:rPr>
              <a:t>0,109 ms</a:t>
            </a:r>
          </a:p>
        </p:txBody>
      </p:sp>
      <p:sp>
        <p:nvSpPr>
          <p:cNvPr id="16" name="">
            <a:extLst xmlns:a="http://schemas.openxmlformats.org/drawingml/2006/main">
              <a:ext uri="{FF2B5EF4-FFF2-40B4-BE49-F238E27FC236}">
                <a16:creationId xmlns:a16="http://schemas.microsoft.com/office/drawing/2014/main" id="{E0E0CF4E-2186-4E91-A609-6B2B4984D2A4}"/>
              </a:ext>
            </a:extLst>
          </p:cNvPr>
          <p:cNvSpPr>
            <a:spLocks xmlns:a="http://schemas.openxmlformats.org/drawingml/2006/main" noGrp="1"/>
          </p:cNvSpPr>
          <p:nvPr/>
        </p:nvSpPr>
        <p:spPr>
          <a:xfrm xmlns:a="http://schemas.openxmlformats.org/drawingml/2006/main">
            <a:off x="9696450" y="2247900"/>
            <a:ext cx="1381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ctr">
              <a:defRPr sz="1275" b="1" i="0">
                <a:solidFill>
                  <a:srgbClr val="183042"/>
                </a:solidFill>
                <a:latin typeface="Aptos"/>
                <a:ea typeface="Aptos"/>
                <a:cs typeface="Aptos"/>
              </a:defRPr>
            </a:defPPr>
            <a:lvl1pPr algn="ctr">
              <a:defRPr sz="1275" b="1" i="0">
                <a:solidFill>
                  <a:srgbClr val="183042"/>
                </a:solidFill>
                <a:latin typeface="Aptos"/>
                <a:ea typeface="Aptos"/>
                <a:cs typeface="Aptos"/>
              </a:defRPr>
            </a:lvl1pPr>
            <a:lvl2pPr algn="ctr">
              <a:defRPr sz="1275" b="1" i="0">
                <a:solidFill>
                  <a:srgbClr val="183042"/>
                </a:solidFill>
                <a:latin typeface="Aptos"/>
                <a:ea typeface="Aptos"/>
                <a:cs typeface="Aptos"/>
              </a:defRPr>
            </a:lvl2pPr>
            <a:lvl3pPr algn="ctr">
              <a:defRPr sz="1275" b="1" i="0">
                <a:solidFill>
                  <a:srgbClr val="183042"/>
                </a:solidFill>
                <a:latin typeface="Aptos"/>
                <a:ea typeface="Aptos"/>
                <a:cs typeface="Aptos"/>
              </a:defRPr>
            </a:lvl3pPr>
            <a:lvl4pPr algn="ctr">
              <a:defRPr sz="1275" b="1" i="0">
                <a:solidFill>
                  <a:srgbClr val="183042"/>
                </a:solidFill>
                <a:latin typeface="Aptos"/>
                <a:ea typeface="Aptos"/>
                <a:cs typeface="Aptos"/>
              </a:defRPr>
            </a:lvl4pPr>
            <a:lvl5pPr algn="ctr">
              <a:defRPr sz="1275" b="1" i="0">
                <a:solidFill>
                  <a:srgbClr val="183042"/>
                </a:solidFill>
                <a:latin typeface="Aptos"/>
                <a:ea typeface="Aptos"/>
                <a:cs typeface="Aptos"/>
              </a:defRPr>
            </a:lvl5pPr>
            <a:lvl6pPr algn="ctr">
              <a:defRPr sz="1275" b="1" i="0">
                <a:solidFill>
                  <a:srgbClr val="183042"/>
                </a:solidFill>
                <a:latin typeface="Aptos"/>
                <a:ea typeface="Aptos"/>
                <a:cs typeface="Aptos"/>
              </a:defRPr>
            </a:lvl6pPr>
            <a:lvl7pPr algn="ctr">
              <a:defRPr sz="1275" b="1" i="0">
                <a:solidFill>
                  <a:srgbClr val="183042"/>
                </a:solidFill>
                <a:latin typeface="Aptos"/>
                <a:ea typeface="Aptos"/>
                <a:cs typeface="Aptos"/>
              </a:defRPr>
            </a:lvl7pPr>
            <a:lvl8pPr algn="ctr">
              <a:defRPr sz="1275" b="1" i="0">
                <a:solidFill>
                  <a:srgbClr val="183042"/>
                </a:solidFill>
                <a:latin typeface="Aptos"/>
                <a:ea typeface="Aptos"/>
                <a:cs typeface="Aptos"/>
              </a:defRPr>
            </a:lvl8pPr>
            <a:lvl9pPr algn="ctr">
              <a:defRPr sz="1275" b="1" i="0">
                <a:solidFill>
                  <a:srgbClr val="183042"/>
                </a:solidFill>
                <a:latin typeface="Aptos"/>
                <a:ea typeface="Aptos"/>
                <a:cs typeface="Aptos"/>
              </a:defRPr>
            </a:lvl9pPr>
          </a:lstStyle>
          <a:p xmlns:a="http://schemas.openxmlformats.org/drawingml/2006/main">
            <a:pPr algn="ctr">
              <a:defRPr sz="1275" b="1" i="0">
                <a:solidFill>
                  <a:srgbClr val="183042"/>
                </a:solidFill>
                <a:latin typeface="Aptos"/>
                <a:ea typeface="Aptos"/>
                <a:cs typeface="Aptos"/>
              </a:defRPr>
            </a:pPr>
            <a:r>
              <a:rPr sz="1275" b="1" i="0">
                <a:solidFill>
                  <a:srgbClr val="183042"/>
                </a:solidFill>
                <a:latin typeface="Aptos"/>
                <a:ea typeface="Aptos"/>
                <a:cs typeface="Aptos"/>
              </a:rPr>
              <a:t>23,6 s</a:t>
            </a:r>
          </a:p>
        </p:txBody>
      </p:sp>
      <p:sp>
        <p:nvSpPr>
          <p:cNvPr id="17" name="">
            <a:extLst xmlns:a="http://schemas.openxmlformats.org/drawingml/2006/main">
              <a:ext uri="{FF2B5EF4-FFF2-40B4-BE49-F238E27FC236}">
                <a16:creationId xmlns:a16="http://schemas.microsoft.com/office/drawing/2014/main" id="{EA5C478E-E1EE-43E4-9BEB-F7E4649D8775}"/>
              </a:ext>
            </a:extLst>
          </p:cNvPr>
          <p:cNvSpPr>
            <a:spLocks xmlns:a="http://schemas.openxmlformats.org/drawingml/2006/main" noGrp="1"/>
          </p:cNvSpPr>
          <p:nvPr/>
        </p:nvSpPr>
        <p:spPr>
          <a:xfrm xmlns:a="http://schemas.openxmlformats.org/drawingml/2006/main">
            <a:off x="571500" y="2952750"/>
            <a:ext cx="2333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425" b="1" i="0">
                <a:solidFill>
                  <a:srgbClr val="102B3F"/>
                </a:solidFill>
                <a:latin typeface="Aptos"/>
                <a:ea typeface="Aptos"/>
                <a:cs typeface="Aptos"/>
              </a:defRPr>
            </a:defPPr>
            <a:lvl1pPr algn="l">
              <a:defRPr sz="1425" b="1" i="0">
                <a:solidFill>
                  <a:srgbClr val="102B3F"/>
                </a:solidFill>
                <a:latin typeface="Aptos"/>
                <a:ea typeface="Aptos"/>
                <a:cs typeface="Aptos"/>
              </a:defRPr>
            </a:lvl1pPr>
            <a:lvl2pPr algn="l">
              <a:defRPr sz="1425" b="1" i="0">
                <a:solidFill>
                  <a:srgbClr val="102B3F"/>
                </a:solidFill>
                <a:latin typeface="Aptos"/>
                <a:ea typeface="Aptos"/>
                <a:cs typeface="Aptos"/>
              </a:defRPr>
            </a:lvl2pPr>
            <a:lvl3pPr algn="l">
              <a:defRPr sz="1425" b="1" i="0">
                <a:solidFill>
                  <a:srgbClr val="102B3F"/>
                </a:solidFill>
                <a:latin typeface="Aptos"/>
                <a:ea typeface="Aptos"/>
                <a:cs typeface="Aptos"/>
              </a:defRPr>
            </a:lvl3pPr>
            <a:lvl4pPr algn="l">
              <a:defRPr sz="1425" b="1" i="0">
                <a:solidFill>
                  <a:srgbClr val="102B3F"/>
                </a:solidFill>
                <a:latin typeface="Aptos"/>
                <a:ea typeface="Aptos"/>
                <a:cs typeface="Aptos"/>
              </a:defRPr>
            </a:lvl4pPr>
            <a:lvl5pPr algn="l">
              <a:defRPr sz="1425" b="1" i="0">
                <a:solidFill>
                  <a:srgbClr val="102B3F"/>
                </a:solidFill>
                <a:latin typeface="Aptos"/>
                <a:ea typeface="Aptos"/>
                <a:cs typeface="Aptos"/>
              </a:defRPr>
            </a:lvl5pPr>
            <a:lvl6pPr algn="l">
              <a:defRPr sz="1425" b="1" i="0">
                <a:solidFill>
                  <a:srgbClr val="102B3F"/>
                </a:solidFill>
                <a:latin typeface="Aptos"/>
                <a:ea typeface="Aptos"/>
                <a:cs typeface="Aptos"/>
              </a:defRPr>
            </a:lvl6pPr>
            <a:lvl7pPr algn="l">
              <a:defRPr sz="1425" b="1" i="0">
                <a:solidFill>
                  <a:srgbClr val="102B3F"/>
                </a:solidFill>
                <a:latin typeface="Aptos"/>
                <a:ea typeface="Aptos"/>
                <a:cs typeface="Aptos"/>
              </a:defRPr>
            </a:lvl7pPr>
            <a:lvl8pPr algn="l">
              <a:defRPr sz="1425" b="1" i="0">
                <a:solidFill>
                  <a:srgbClr val="102B3F"/>
                </a:solidFill>
                <a:latin typeface="Aptos"/>
                <a:ea typeface="Aptos"/>
                <a:cs typeface="Aptos"/>
              </a:defRPr>
            </a:lvl8pPr>
            <a:lvl9pPr algn="l">
              <a:defRPr sz="1425" b="1" i="0">
                <a:solidFill>
                  <a:srgbClr val="102B3F"/>
                </a:solidFill>
                <a:latin typeface="Aptos"/>
                <a:ea typeface="Aptos"/>
                <a:cs typeface="Aptos"/>
              </a:defRPr>
            </a:lvl9pPr>
          </a:lstStyle>
          <a:p xmlns:a="http://schemas.openxmlformats.org/drawingml/2006/main">
            <a:pPr algn="l">
              <a:defRPr sz="1425" b="1" i="0">
                <a:solidFill>
                  <a:srgbClr val="102B3F"/>
                </a:solidFill>
                <a:latin typeface="Aptos"/>
                <a:ea typeface="Aptos"/>
                <a:cs typeface="Aptos"/>
              </a:defRPr>
            </a:pPr>
            <a:r>
              <a:rPr sz="1425" b="1" i="0">
                <a:solidFill>
                  <a:srgbClr val="102B3F"/>
                </a:solidFill>
                <a:latin typeface="Aptos"/>
                <a:ea typeface="Aptos"/>
                <a:cs typeface="Aptos"/>
              </a:rPr>
              <a:t>Boosting</a:t>
            </a:r>
          </a:p>
        </p:txBody>
      </p:sp>
      <p:sp>
        <p:nvSpPr>
          <p:cNvPr id="18" name="">
            <a:extLst xmlns:a="http://schemas.openxmlformats.org/drawingml/2006/main">
              <a:ext uri="{FF2B5EF4-FFF2-40B4-BE49-F238E27FC236}">
                <a16:creationId xmlns:a16="http://schemas.microsoft.com/office/drawing/2014/main" id="{5F88B038-834A-4430-9E3F-9D65856F7584}"/>
              </a:ext>
            </a:extLst>
          </p:cNvPr>
          <p:cNvSpPr>
            <a:spLocks xmlns:a="http://schemas.openxmlformats.org/drawingml/2006/main" noGrp="1"/>
          </p:cNvSpPr>
          <p:nvPr/>
        </p:nvSpPr>
        <p:spPr>
          <a:xfrm xmlns:a="http://schemas.openxmlformats.org/drawingml/2006/main">
            <a:off x="3400425" y="3038475"/>
            <a:ext cx="1905000" cy="171450"/>
          </a:xfrm>
          <a:prstGeom xmlns:a="http://schemas.openxmlformats.org/drawingml/2006/main" prst="roundRect">
            <a:avLst>
              <a:gd name="adj" fmla="val 44444"/>
            </a:avLst>
          </a:prstGeom>
          <a:solidFill xmlns:a="http://schemas.openxmlformats.org/drawingml/2006/main">
            <a:srgbClr val="E9EFF0"/>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5A8BF7F-F4DB-4A36-83E7-B03C464566EB}"/>
              </a:ext>
            </a:extLst>
          </p:cNvPr>
          <p:cNvSpPr>
            <a:spLocks xmlns:a="http://schemas.openxmlformats.org/drawingml/2006/main" noGrp="1"/>
          </p:cNvSpPr>
          <p:nvPr/>
        </p:nvSpPr>
        <p:spPr>
          <a:xfrm xmlns:a="http://schemas.openxmlformats.org/drawingml/2006/main">
            <a:off x="3400425" y="3038475"/>
            <a:ext cx="219075" cy="171450"/>
          </a:xfrm>
          <a:prstGeom xmlns:a="http://schemas.openxmlformats.org/drawingml/2006/main" prst="roundRect">
            <a:avLst>
              <a:gd name="adj" fmla="val 44444"/>
            </a:avLst>
          </a:prstGeom>
          <a:solidFill xmlns:a="http://schemas.openxmlformats.org/drawingml/2006/main">
            <a:srgbClr val="E99B3D"/>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23E7E5E-E9C9-4E5D-83EF-0687A0189295}"/>
              </a:ext>
            </a:extLst>
          </p:cNvPr>
          <p:cNvSpPr>
            <a:spLocks xmlns:a="http://schemas.openxmlformats.org/drawingml/2006/main" noGrp="1"/>
          </p:cNvSpPr>
          <p:nvPr/>
        </p:nvSpPr>
        <p:spPr>
          <a:xfrm xmlns:a="http://schemas.openxmlformats.org/drawingml/2006/main">
            <a:off x="5429250" y="2952750"/>
            <a:ext cx="95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ctr">
              <a:defRPr sz="1275" b="1" i="0">
                <a:solidFill>
                  <a:srgbClr val="183042"/>
                </a:solidFill>
                <a:latin typeface="Aptos"/>
                <a:ea typeface="Aptos"/>
                <a:cs typeface="Aptos"/>
              </a:defRPr>
            </a:defPPr>
            <a:lvl1pPr algn="ctr">
              <a:defRPr sz="1275" b="1" i="0">
                <a:solidFill>
                  <a:srgbClr val="183042"/>
                </a:solidFill>
                <a:latin typeface="Aptos"/>
                <a:ea typeface="Aptos"/>
                <a:cs typeface="Aptos"/>
              </a:defRPr>
            </a:lvl1pPr>
            <a:lvl2pPr algn="ctr">
              <a:defRPr sz="1275" b="1" i="0">
                <a:solidFill>
                  <a:srgbClr val="183042"/>
                </a:solidFill>
                <a:latin typeface="Aptos"/>
                <a:ea typeface="Aptos"/>
                <a:cs typeface="Aptos"/>
              </a:defRPr>
            </a:lvl2pPr>
            <a:lvl3pPr algn="ctr">
              <a:defRPr sz="1275" b="1" i="0">
                <a:solidFill>
                  <a:srgbClr val="183042"/>
                </a:solidFill>
                <a:latin typeface="Aptos"/>
                <a:ea typeface="Aptos"/>
                <a:cs typeface="Aptos"/>
              </a:defRPr>
            </a:lvl3pPr>
            <a:lvl4pPr algn="ctr">
              <a:defRPr sz="1275" b="1" i="0">
                <a:solidFill>
                  <a:srgbClr val="183042"/>
                </a:solidFill>
                <a:latin typeface="Aptos"/>
                <a:ea typeface="Aptos"/>
                <a:cs typeface="Aptos"/>
              </a:defRPr>
            </a:lvl4pPr>
            <a:lvl5pPr algn="ctr">
              <a:defRPr sz="1275" b="1" i="0">
                <a:solidFill>
                  <a:srgbClr val="183042"/>
                </a:solidFill>
                <a:latin typeface="Aptos"/>
                <a:ea typeface="Aptos"/>
                <a:cs typeface="Aptos"/>
              </a:defRPr>
            </a:lvl5pPr>
            <a:lvl6pPr algn="ctr">
              <a:defRPr sz="1275" b="1" i="0">
                <a:solidFill>
                  <a:srgbClr val="183042"/>
                </a:solidFill>
                <a:latin typeface="Aptos"/>
                <a:ea typeface="Aptos"/>
                <a:cs typeface="Aptos"/>
              </a:defRPr>
            </a:lvl6pPr>
            <a:lvl7pPr algn="ctr">
              <a:defRPr sz="1275" b="1" i="0">
                <a:solidFill>
                  <a:srgbClr val="183042"/>
                </a:solidFill>
                <a:latin typeface="Aptos"/>
                <a:ea typeface="Aptos"/>
                <a:cs typeface="Aptos"/>
              </a:defRPr>
            </a:lvl7pPr>
            <a:lvl8pPr algn="ctr">
              <a:defRPr sz="1275" b="1" i="0">
                <a:solidFill>
                  <a:srgbClr val="183042"/>
                </a:solidFill>
                <a:latin typeface="Aptos"/>
                <a:ea typeface="Aptos"/>
                <a:cs typeface="Aptos"/>
              </a:defRPr>
            </a:lvl8pPr>
            <a:lvl9pPr algn="ctr">
              <a:defRPr sz="1275" b="1" i="0">
                <a:solidFill>
                  <a:srgbClr val="183042"/>
                </a:solidFill>
                <a:latin typeface="Aptos"/>
                <a:ea typeface="Aptos"/>
                <a:cs typeface="Aptos"/>
              </a:defRPr>
            </a:lvl9pPr>
          </a:lstStyle>
          <a:p xmlns:a="http://schemas.openxmlformats.org/drawingml/2006/main">
            <a:pPr algn="ctr">
              <a:defRPr sz="1275" b="1" i="0">
                <a:solidFill>
                  <a:srgbClr val="183042"/>
                </a:solidFill>
                <a:latin typeface="Aptos"/>
                <a:ea typeface="Aptos"/>
                <a:cs typeface="Aptos"/>
              </a:defRPr>
            </a:pPr>
            <a:r>
              <a:rPr sz="1275" b="1" i="0">
                <a:solidFill>
                  <a:srgbClr val="183042"/>
                </a:solidFill>
                <a:latin typeface="Aptos"/>
                <a:ea typeface="Aptos"/>
                <a:cs typeface="Aptos"/>
              </a:rPr>
              <a:t>0,46 s</a:t>
            </a:r>
          </a:p>
        </p:txBody>
      </p:sp>
      <p:sp>
        <p:nvSpPr>
          <p:cNvPr id="21" name="">
            <a:extLst xmlns:a="http://schemas.openxmlformats.org/drawingml/2006/main">
              <a:ext uri="{FF2B5EF4-FFF2-40B4-BE49-F238E27FC236}">
                <a16:creationId xmlns:a16="http://schemas.microsoft.com/office/drawing/2014/main" id="{757506BD-E4E9-41BE-8F47-F562DE6A3F5F}"/>
              </a:ext>
            </a:extLst>
          </p:cNvPr>
          <p:cNvSpPr>
            <a:spLocks xmlns:a="http://schemas.openxmlformats.org/drawingml/2006/main" noGrp="1"/>
          </p:cNvSpPr>
          <p:nvPr/>
        </p:nvSpPr>
        <p:spPr>
          <a:xfrm xmlns:a="http://schemas.openxmlformats.org/drawingml/2006/main">
            <a:off x="6819900" y="29527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ctr">
              <a:defRPr sz="1275" b="1" i="0">
                <a:solidFill>
                  <a:srgbClr val="183042"/>
                </a:solidFill>
                <a:latin typeface="Aptos"/>
                <a:ea typeface="Aptos"/>
                <a:cs typeface="Aptos"/>
              </a:defRPr>
            </a:defPPr>
            <a:lvl1pPr algn="ctr">
              <a:defRPr sz="1275" b="1" i="0">
                <a:solidFill>
                  <a:srgbClr val="183042"/>
                </a:solidFill>
                <a:latin typeface="Aptos"/>
                <a:ea typeface="Aptos"/>
                <a:cs typeface="Aptos"/>
              </a:defRPr>
            </a:lvl1pPr>
            <a:lvl2pPr algn="ctr">
              <a:defRPr sz="1275" b="1" i="0">
                <a:solidFill>
                  <a:srgbClr val="183042"/>
                </a:solidFill>
                <a:latin typeface="Aptos"/>
                <a:ea typeface="Aptos"/>
                <a:cs typeface="Aptos"/>
              </a:defRPr>
            </a:lvl2pPr>
            <a:lvl3pPr algn="ctr">
              <a:defRPr sz="1275" b="1" i="0">
                <a:solidFill>
                  <a:srgbClr val="183042"/>
                </a:solidFill>
                <a:latin typeface="Aptos"/>
                <a:ea typeface="Aptos"/>
                <a:cs typeface="Aptos"/>
              </a:defRPr>
            </a:lvl3pPr>
            <a:lvl4pPr algn="ctr">
              <a:defRPr sz="1275" b="1" i="0">
                <a:solidFill>
                  <a:srgbClr val="183042"/>
                </a:solidFill>
                <a:latin typeface="Aptos"/>
                <a:ea typeface="Aptos"/>
                <a:cs typeface="Aptos"/>
              </a:defRPr>
            </a:lvl4pPr>
            <a:lvl5pPr algn="ctr">
              <a:defRPr sz="1275" b="1" i="0">
                <a:solidFill>
                  <a:srgbClr val="183042"/>
                </a:solidFill>
                <a:latin typeface="Aptos"/>
                <a:ea typeface="Aptos"/>
                <a:cs typeface="Aptos"/>
              </a:defRPr>
            </a:lvl5pPr>
            <a:lvl6pPr algn="ctr">
              <a:defRPr sz="1275" b="1" i="0">
                <a:solidFill>
                  <a:srgbClr val="183042"/>
                </a:solidFill>
                <a:latin typeface="Aptos"/>
                <a:ea typeface="Aptos"/>
                <a:cs typeface="Aptos"/>
              </a:defRPr>
            </a:lvl6pPr>
            <a:lvl7pPr algn="ctr">
              <a:defRPr sz="1275" b="1" i="0">
                <a:solidFill>
                  <a:srgbClr val="183042"/>
                </a:solidFill>
                <a:latin typeface="Aptos"/>
                <a:ea typeface="Aptos"/>
                <a:cs typeface="Aptos"/>
              </a:defRPr>
            </a:lvl7pPr>
            <a:lvl8pPr algn="ctr">
              <a:defRPr sz="1275" b="1" i="0">
                <a:solidFill>
                  <a:srgbClr val="183042"/>
                </a:solidFill>
                <a:latin typeface="Aptos"/>
                <a:ea typeface="Aptos"/>
                <a:cs typeface="Aptos"/>
              </a:defRPr>
            </a:lvl8pPr>
            <a:lvl9pPr algn="ctr">
              <a:defRPr sz="1275" b="1" i="0">
                <a:solidFill>
                  <a:srgbClr val="183042"/>
                </a:solidFill>
                <a:latin typeface="Aptos"/>
                <a:ea typeface="Aptos"/>
                <a:cs typeface="Aptos"/>
              </a:defRPr>
            </a:lvl9pPr>
          </a:lstStyle>
          <a:p xmlns:a="http://schemas.openxmlformats.org/drawingml/2006/main">
            <a:pPr algn="ctr">
              <a:defRPr sz="1275" b="1" i="0">
                <a:solidFill>
                  <a:srgbClr val="183042"/>
                </a:solidFill>
                <a:latin typeface="Aptos"/>
                <a:ea typeface="Aptos"/>
                <a:cs typeface="Aptos"/>
              </a:defRPr>
            </a:pPr>
            <a:r>
              <a:rPr sz="1275" b="1" i="0">
                <a:solidFill>
                  <a:srgbClr val="183042"/>
                </a:solidFill>
                <a:latin typeface="Aptos"/>
                <a:ea typeface="Aptos"/>
                <a:cs typeface="Aptos"/>
              </a:rPr>
              <a:t>0,042 ms</a:t>
            </a:r>
          </a:p>
        </p:txBody>
      </p:sp>
      <p:sp>
        <p:nvSpPr>
          <p:cNvPr id="22" name="">
            <a:extLst xmlns:a="http://schemas.openxmlformats.org/drawingml/2006/main">
              <a:ext uri="{FF2B5EF4-FFF2-40B4-BE49-F238E27FC236}">
                <a16:creationId xmlns:a16="http://schemas.microsoft.com/office/drawing/2014/main" id="{74B7942B-2823-441D-A081-6D1C8EEACFCF}"/>
              </a:ext>
            </a:extLst>
          </p:cNvPr>
          <p:cNvSpPr>
            <a:spLocks xmlns:a="http://schemas.openxmlformats.org/drawingml/2006/main" noGrp="1"/>
          </p:cNvSpPr>
          <p:nvPr/>
        </p:nvSpPr>
        <p:spPr>
          <a:xfrm xmlns:a="http://schemas.openxmlformats.org/drawingml/2006/main">
            <a:off x="9696450" y="2952750"/>
            <a:ext cx="1381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ctr">
              <a:defRPr sz="1275" b="1" i="0">
                <a:solidFill>
                  <a:srgbClr val="183042"/>
                </a:solidFill>
                <a:latin typeface="Aptos"/>
                <a:ea typeface="Aptos"/>
                <a:cs typeface="Aptos"/>
              </a:defRPr>
            </a:defPPr>
            <a:lvl1pPr algn="ctr">
              <a:defRPr sz="1275" b="1" i="0">
                <a:solidFill>
                  <a:srgbClr val="183042"/>
                </a:solidFill>
                <a:latin typeface="Aptos"/>
                <a:ea typeface="Aptos"/>
                <a:cs typeface="Aptos"/>
              </a:defRPr>
            </a:lvl1pPr>
            <a:lvl2pPr algn="ctr">
              <a:defRPr sz="1275" b="1" i="0">
                <a:solidFill>
                  <a:srgbClr val="183042"/>
                </a:solidFill>
                <a:latin typeface="Aptos"/>
                <a:ea typeface="Aptos"/>
                <a:cs typeface="Aptos"/>
              </a:defRPr>
            </a:lvl2pPr>
            <a:lvl3pPr algn="ctr">
              <a:defRPr sz="1275" b="1" i="0">
                <a:solidFill>
                  <a:srgbClr val="183042"/>
                </a:solidFill>
                <a:latin typeface="Aptos"/>
                <a:ea typeface="Aptos"/>
                <a:cs typeface="Aptos"/>
              </a:defRPr>
            </a:lvl3pPr>
            <a:lvl4pPr algn="ctr">
              <a:defRPr sz="1275" b="1" i="0">
                <a:solidFill>
                  <a:srgbClr val="183042"/>
                </a:solidFill>
                <a:latin typeface="Aptos"/>
                <a:ea typeface="Aptos"/>
                <a:cs typeface="Aptos"/>
              </a:defRPr>
            </a:lvl4pPr>
            <a:lvl5pPr algn="ctr">
              <a:defRPr sz="1275" b="1" i="0">
                <a:solidFill>
                  <a:srgbClr val="183042"/>
                </a:solidFill>
                <a:latin typeface="Aptos"/>
                <a:ea typeface="Aptos"/>
                <a:cs typeface="Aptos"/>
              </a:defRPr>
            </a:lvl5pPr>
            <a:lvl6pPr algn="ctr">
              <a:defRPr sz="1275" b="1" i="0">
                <a:solidFill>
                  <a:srgbClr val="183042"/>
                </a:solidFill>
                <a:latin typeface="Aptos"/>
                <a:ea typeface="Aptos"/>
                <a:cs typeface="Aptos"/>
              </a:defRPr>
            </a:lvl6pPr>
            <a:lvl7pPr algn="ctr">
              <a:defRPr sz="1275" b="1" i="0">
                <a:solidFill>
                  <a:srgbClr val="183042"/>
                </a:solidFill>
                <a:latin typeface="Aptos"/>
                <a:ea typeface="Aptos"/>
                <a:cs typeface="Aptos"/>
              </a:defRPr>
            </a:lvl7pPr>
            <a:lvl8pPr algn="ctr">
              <a:defRPr sz="1275" b="1" i="0">
                <a:solidFill>
                  <a:srgbClr val="183042"/>
                </a:solidFill>
                <a:latin typeface="Aptos"/>
                <a:ea typeface="Aptos"/>
                <a:cs typeface="Aptos"/>
              </a:defRPr>
            </a:lvl8pPr>
            <a:lvl9pPr algn="ctr">
              <a:defRPr sz="1275" b="1" i="0">
                <a:solidFill>
                  <a:srgbClr val="183042"/>
                </a:solidFill>
                <a:latin typeface="Aptos"/>
                <a:ea typeface="Aptos"/>
                <a:cs typeface="Aptos"/>
              </a:defRPr>
            </a:lvl9pPr>
          </a:lstStyle>
          <a:p xmlns:a="http://schemas.openxmlformats.org/drawingml/2006/main">
            <a:pPr algn="ctr">
              <a:defRPr sz="1275" b="1" i="0">
                <a:solidFill>
                  <a:srgbClr val="183042"/>
                </a:solidFill>
                <a:latin typeface="Aptos"/>
                <a:ea typeface="Aptos"/>
                <a:cs typeface="Aptos"/>
              </a:defRPr>
            </a:pPr>
            <a:r>
              <a:rPr sz="1275" b="1" i="0">
                <a:solidFill>
                  <a:srgbClr val="183042"/>
                </a:solidFill>
                <a:latin typeface="Aptos"/>
                <a:ea typeface="Aptos"/>
                <a:cs typeface="Aptos"/>
              </a:rPr>
              <a:t>34,7 s</a:t>
            </a:r>
          </a:p>
        </p:txBody>
      </p:sp>
      <p:sp>
        <p:nvSpPr>
          <p:cNvPr id="23" name="">
            <a:extLst xmlns:a="http://schemas.openxmlformats.org/drawingml/2006/main">
              <a:ext uri="{FF2B5EF4-FFF2-40B4-BE49-F238E27FC236}">
                <a16:creationId xmlns:a16="http://schemas.microsoft.com/office/drawing/2014/main" id="{277BB277-210F-491C-A810-018179BB1B41}"/>
              </a:ext>
            </a:extLst>
          </p:cNvPr>
          <p:cNvSpPr>
            <a:spLocks xmlns:a="http://schemas.openxmlformats.org/drawingml/2006/main" noGrp="1"/>
          </p:cNvSpPr>
          <p:nvPr/>
        </p:nvSpPr>
        <p:spPr>
          <a:xfrm xmlns:a="http://schemas.openxmlformats.org/drawingml/2006/main">
            <a:off x="571500" y="3657600"/>
            <a:ext cx="2333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425" b="1" i="0">
                <a:solidFill>
                  <a:srgbClr val="102B3F"/>
                </a:solidFill>
                <a:latin typeface="Aptos"/>
                <a:ea typeface="Aptos"/>
                <a:cs typeface="Aptos"/>
              </a:defRPr>
            </a:defPPr>
            <a:lvl1pPr algn="l">
              <a:defRPr sz="1425" b="1" i="0">
                <a:solidFill>
                  <a:srgbClr val="102B3F"/>
                </a:solidFill>
                <a:latin typeface="Aptos"/>
                <a:ea typeface="Aptos"/>
                <a:cs typeface="Aptos"/>
              </a:defRPr>
            </a:lvl1pPr>
            <a:lvl2pPr algn="l">
              <a:defRPr sz="1425" b="1" i="0">
                <a:solidFill>
                  <a:srgbClr val="102B3F"/>
                </a:solidFill>
                <a:latin typeface="Aptos"/>
                <a:ea typeface="Aptos"/>
                <a:cs typeface="Aptos"/>
              </a:defRPr>
            </a:lvl2pPr>
            <a:lvl3pPr algn="l">
              <a:defRPr sz="1425" b="1" i="0">
                <a:solidFill>
                  <a:srgbClr val="102B3F"/>
                </a:solidFill>
                <a:latin typeface="Aptos"/>
                <a:ea typeface="Aptos"/>
                <a:cs typeface="Aptos"/>
              </a:defRPr>
            </a:lvl3pPr>
            <a:lvl4pPr algn="l">
              <a:defRPr sz="1425" b="1" i="0">
                <a:solidFill>
                  <a:srgbClr val="102B3F"/>
                </a:solidFill>
                <a:latin typeface="Aptos"/>
                <a:ea typeface="Aptos"/>
                <a:cs typeface="Aptos"/>
              </a:defRPr>
            </a:lvl4pPr>
            <a:lvl5pPr algn="l">
              <a:defRPr sz="1425" b="1" i="0">
                <a:solidFill>
                  <a:srgbClr val="102B3F"/>
                </a:solidFill>
                <a:latin typeface="Aptos"/>
                <a:ea typeface="Aptos"/>
                <a:cs typeface="Aptos"/>
              </a:defRPr>
            </a:lvl5pPr>
            <a:lvl6pPr algn="l">
              <a:defRPr sz="1425" b="1" i="0">
                <a:solidFill>
                  <a:srgbClr val="102B3F"/>
                </a:solidFill>
                <a:latin typeface="Aptos"/>
                <a:ea typeface="Aptos"/>
                <a:cs typeface="Aptos"/>
              </a:defRPr>
            </a:lvl6pPr>
            <a:lvl7pPr algn="l">
              <a:defRPr sz="1425" b="1" i="0">
                <a:solidFill>
                  <a:srgbClr val="102B3F"/>
                </a:solidFill>
                <a:latin typeface="Aptos"/>
                <a:ea typeface="Aptos"/>
                <a:cs typeface="Aptos"/>
              </a:defRPr>
            </a:lvl7pPr>
            <a:lvl8pPr algn="l">
              <a:defRPr sz="1425" b="1" i="0">
                <a:solidFill>
                  <a:srgbClr val="102B3F"/>
                </a:solidFill>
                <a:latin typeface="Aptos"/>
                <a:ea typeface="Aptos"/>
                <a:cs typeface="Aptos"/>
              </a:defRPr>
            </a:lvl8pPr>
            <a:lvl9pPr algn="l">
              <a:defRPr sz="1425" b="1" i="0">
                <a:solidFill>
                  <a:srgbClr val="102B3F"/>
                </a:solidFill>
                <a:latin typeface="Aptos"/>
                <a:ea typeface="Aptos"/>
                <a:cs typeface="Aptos"/>
              </a:defRPr>
            </a:lvl9pPr>
          </a:lstStyle>
          <a:p xmlns:a="http://schemas.openxmlformats.org/drawingml/2006/main">
            <a:pPr algn="l">
              <a:defRPr sz="1425" b="1" i="0">
                <a:solidFill>
                  <a:srgbClr val="102B3F"/>
                </a:solidFill>
                <a:latin typeface="Aptos"/>
                <a:ea typeface="Aptos"/>
                <a:cs typeface="Aptos"/>
              </a:defRPr>
            </a:pPr>
            <a:r>
              <a:rPr sz="1425" b="1" i="0">
                <a:solidFill>
                  <a:srgbClr val="102B3F"/>
                </a:solidFill>
                <a:latin typeface="Aptos"/>
                <a:ea typeface="Aptos"/>
                <a:cs typeface="Aptos"/>
              </a:rPr>
              <a:t>SVM</a:t>
            </a:r>
          </a:p>
        </p:txBody>
      </p:sp>
      <p:sp>
        <p:nvSpPr>
          <p:cNvPr id="24" name="">
            <a:extLst xmlns:a="http://schemas.openxmlformats.org/drawingml/2006/main">
              <a:ext uri="{FF2B5EF4-FFF2-40B4-BE49-F238E27FC236}">
                <a16:creationId xmlns:a16="http://schemas.microsoft.com/office/drawing/2014/main" id="{F760B529-1EB8-4328-A455-DECFD0DA81FF}"/>
              </a:ext>
            </a:extLst>
          </p:cNvPr>
          <p:cNvSpPr>
            <a:spLocks xmlns:a="http://schemas.openxmlformats.org/drawingml/2006/main" noGrp="1"/>
          </p:cNvSpPr>
          <p:nvPr/>
        </p:nvSpPr>
        <p:spPr>
          <a:xfrm xmlns:a="http://schemas.openxmlformats.org/drawingml/2006/main">
            <a:off x="3400425" y="3743325"/>
            <a:ext cx="1905000" cy="171450"/>
          </a:xfrm>
          <a:prstGeom xmlns:a="http://schemas.openxmlformats.org/drawingml/2006/main" prst="roundRect">
            <a:avLst>
              <a:gd name="adj" fmla="val 44444"/>
            </a:avLst>
          </a:prstGeom>
          <a:solidFill xmlns:a="http://schemas.openxmlformats.org/drawingml/2006/main">
            <a:srgbClr val="E9EFF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F32E5BF1-151C-4514-94A8-F1F88504CBA7}"/>
              </a:ext>
            </a:extLst>
          </p:cNvPr>
          <p:cNvSpPr>
            <a:spLocks xmlns:a="http://schemas.openxmlformats.org/drawingml/2006/main" noGrp="1"/>
          </p:cNvSpPr>
          <p:nvPr/>
        </p:nvSpPr>
        <p:spPr>
          <a:xfrm xmlns:a="http://schemas.openxmlformats.org/drawingml/2006/main">
            <a:off x="3400425" y="3743325"/>
            <a:ext cx="681038" cy="171450"/>
          </a:xfrm>
          <a:prstGeom xmlns:a="http://schemas.openxmlformats.org/drawingml/2006/main" prst="roundRect">
            <a:avLst>
              <a:gd name="adj" fmla="val 44444"/>
            </a:avLst>
          </a:prstGeom>
          <a:solidFill xmlns:a="http://schemas.openxmlformats.org/drawingml/2006/main">
            <a:srgbClr val="00A6A6"/>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D9374CA-AA55-4237-BC92-A31B5A63659F}"/>
              </a:ext>
            </a:extLst>
          </p:cNvPr>
          <p:cNvSpPr>
            <a:spLocks xmlns:a="http://schemas.openxmlformats.org/drawingml/2006/main" noGrp="1"/>
          </p:cNvSpPr>
          <p:nvPr/>
        </p:nvSpPr>
        <p:spPr>
          <a:xfrm xmlns:a="http://schemas.openxmlformats.org/drawingml/2006/main">
            <a:off x="5429250" y="3657600"/>
            <a:ext cx="95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ctr">
              <a:defRPr sz="1275" b="1" i="0">
                <a:solidFill>
                  <a:srgbClr val="183042"/>
                </a:solidFill>
                <a:latin typeface="Aptos"/>
                <a:ea typeface="Aptos"/>
                <a:cs typeface="Aptos"/>
              </a:defRPr>
            </a:defPPr>
            <a:lvl1pPr algn="ctr">
              <a:defRPr sz="1275" b="1" i="0">
                <a:solidFill>
                  <a:srgbClr val="183042"/>
                </a:solidFill>
                <a:latin typeface="Aptos"/>
                <a:ea typeface="Aptos"/>
                <a:cs typeface="Aptos"/>
              </a:defRPr>
            </a:lvl1pPr>
            <a:lvl2pPr algn="ctr">
              <a:defRPr sz="1275" b="1" i="0">
                <a:solidFill>
                  <a:srgbClr val="183042"/>
                </a:solidFill>
                <a:latin typeface="Aptos"/>
                <a:ea typeface="Aptos"/>
                <a:cs typeface="Aptos"/>
              </a:defRPr>
            </a:lvl2pPr>
            <a:lvl3pPr algn="ctr">
              <a:defRPr sz="1275" b="1" i="0">
                <a:solidFill>
                  <a:srgbClr val="183042"/>
                </a:solidFill>
                <a:latin typeface="Aptos"/>
                <a:ea typeface="Aptos"/>
                <a:cs typeface="Aptos"/>
              </a:defRPr>
            </a:lvl3pPr>
            <a:lvl4pPr algn="ctr">
              <a:defRPr sz="1275" b="1" i="0">
                <a:solidFill>
                  <a:srgbClr val="183042"/>
                </a:solidFill>
                <a:latin typeface="Aptos"/>
                <a:ea typeface="Aptos"/>
                <a:cs typeface="Aptos"/>
              </a:defRPr>
            </a:lvl4pPr>
            <a:lvl5pPr algn="ctr">
              <a:defRPr sz="1275" b="1" i="0">
                <a:solidFill>
                  <a:srgbClr val="183042"/>
                </a:solidFill>
                <a:latin typeface="Aptos"/>
                <a:ea typeface="Aptos"/>
                <a:cs typeface="Aptos"/>
              </a:defRPr>
            </a:lvl5pPr>
            <a:lvl6pPr algn="ctr">
              <a:defRPr sz="1275" b="1" i="0">
                <a:solidFill>
                  <a:srgbClr val="183042"/>
                </a:solidFill>
                <a:latin typeface="Aptos"/>
                <a:ea typeface="Aptos"/>
                <a:cs typeface="Aptos"/>
              </a:defRPr>
            </a:lvl6pPr>
            <a:lvl7pPr algn="ctr">
              <a:defRPr sz="1275" b="1" i="0">
                <a:solidFill>
                  <a:srgbClr val="183042"/>
                </a:solidFill>
                <a:latin typeface="Aptos"/>
                <a:ea typeface="Aptos"/>
                <a:cs typeface="Aptos"/>
              </a:defRPr>
            </a:lvl7pPr>
            <a:lvl8pPr algn="ctr">
              <a:defRPr sz="1275" b="1" i="0">
                <a:solidFill>
                  <a:srgbClr val="183042"/>
                </a:solidFill>
                <a:latin typeface="Aptos"/>
                <a:ea typeface="Aptos"/>
                <a:cs typeface="Aptos"/>
              </a:defRPr>
            </a:lvl8pPr>
            <a:lvl9pPr algn="ctr">
              <a:defRPr sz="1275" b="1" i="0">
                <a:solidFill>
                  <a:srgbClr val="183042"/>
                </a:solidFill>
                <a:latin typeface="Aptos"/>
                <a:ea typeface="Aptos"/>
                <a:cs typeface="Aptos"/>
              </a:defRPr>
            </a:lvl9pPr>
          </a:lstStyle>
          <a:p xmlns:a="http://schemas.openxmlformats.org/drawingml/2006/main">
            <a:pPr algn="ctr">
              <a:defRPr sz="1275" b="1" i="0">
                <a:solidFill>
                  <a:srgbClr val="183042"/>
                </a:solidFill>
                <a:latin typeface="Aptos"/>
                <a:ea typeface="Aptos"/>
                <a:cs typeface="Aptos"/>
              </a:defRPr>
            </a:pPr>
            <a:r>
              <a:rPr sz="1275" b="1" i="0">
                <a:solidFill>
                  <a:srgbClr val="183042"/>
                </a:solidFill>
                <a:latin typeface="Aptos"/>
                <a:ea typeface="Aptos"/>
                <a:cs typeface="Aptos"/>
              </a:rPr>
              <a:t>1,43 s</a:t>
            </a:r>
          </a:p>
        </p:txBody>
      </p:sp>
      <p:sp>
        <p:nvSpPr>
          <p:cNvPr id="27" name="">
            <a:extLst xmlns:a="http://schemas.openxmlformats.org/drawingml/2006/main">
              <a:ext uri="{FF2B5EF4-FFF2-40B4-BE49-F238E27FC236}">
                <a16:creationId xmlns:a16="http://schemas.microsoft.com/office/drawing/2014/main" id="{9DD68734-BBE2-4AE9-AC74-21B6DCE891D0}"/>
              </a:ext>
            </a:extLst>
          </p:cNvPr>
          <p:cNvSpPr>
            <a:spLocks xmlns:a="http://schemas.openxmlformats.org/drawingml/2006/main" noGrp="1"/>
          </p:cNvSpPr>
          <p:nvPr/>
        </p:nvSpPr>
        <p:spPr>
          <a:xfrm xmlns:a="http://schemas.openxmlformats.org/drawingml/2006/main">
            <a:off x="6819900" y="36576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ctr">
              <a:defRPr sz="1275" b="1" i="0">
                <a:solidFill>
                  <a:srgbClr val="183042"/>
                </a:solidFill>
                <a:latin typeface="Aptos"/>
                <a:ea typeface="Aptos"/>
                <a:cs typeface="Aptos"/>
              </a:defRPr>
            </a:defPPr>
            <a:lvl1pPr algn="ctr">
              <a:defRPr sz="1275" b="1" i="0">
                <a:solidFill>
                  <a:srgbClr val="183042"/>
                </a:solidFill>
                <a:latin typeface="Aptos"/>
                <a:ea typeface="Aptos"/>
                <a:cs typeface="Aptos"/>
              </a:defRPr>
            </a:lvl1pPr>
            <a:lvl2pPr algn="ctr">
              <a:defRPr sz="1275" b="1" i="0">
                <a:solidFill>
                  <a:srgbClr val="183042"/>
                </a:solidFill>
                <a:latin typeface="Aptos"/>
                <a:ea typeface="Aptos"/>
                <a:cs typeface="Aptos"/>
              </a:defRPr>
            </a:lvl2pPr>
            <a:lvl3pPr algn="ctr">
              <a:defRPr sz="1275" b="1" i="0">
                <a:solidFill>
                  <a:srgbClr val="183042"/>
                </a:solidFill>
                <a:latin typeface="Aptos"/>
                <a:ea typeface="Aptos"/>
                <a:cs typeface="Aptos"/>
              </a:defRPr>
            </a:lvl3pPr>
            <a:lvl4pPr algn="ctr">
              <a:defRPr sz="1275" b="1" i="0">
                <a:solidFill>
                  <a:srgbClr val="183042"/>
                </a:solidFill>
                <a:latin typeface="Aptos"/>
                <a:ea typeface="Aptos"/>
                <a:cs typeface="Aptos"/>
              </a:defRPr>
            </a:lvl4pPr>
            <a:lvl5pPr algn="ctr">
              <a:defRPr sz="1275" b="1" i="0">
                <a:solidFill>
                  <a:srgbClr val="183042"/>
                </a:solidFill>
                <a:latin typeface="Aptos"/>
                <a:ea typeface="Aptos"/>
                <a:cs typeface="Aptos"/>
              </a:defRPr>
            </a:lvl5pPr>
            <a:lvl6pPr algn="ctr">
              <a:defRPr sz="1275" b="1" i="0">
                <a:solidFill>
                  <a:srgbClr val="183042"/>
                </a:solidFill>
                <a:latin typeface="Aptos"/>
                <a:ea typeface="Aptos"/>
                <a:cs typeface="Aptos"/>
              </a:defRPr>
            </a:lvl6pPr>
            <a:lvl7pPr algn="ctr">
              <a:defRPr sz="1275" b="1" i="0">
                <a:solidFill>
                  <a:srgbClr val="183042"/>
                </a:solidFill>
                <a:latin typeface="Aptos"/>
                <a:ea typeface="Aptos"/>
                <a:cs typeface="Aptos"/>
              </a:defRPr>
            </a:lvl7pPr>
            <a:lvl8pPr algn="ctr">
              <a:defRPr sz="1275" b="1" i="0">
                <a:solidFill>
                  <a:srgbClr val="183042"/>
                </a:solidFill>
                <a:latin typeface="Aptos"/>
                <a:ea typeface="Aptos"/>
                <a:cs typeface="Aptos"/>
              </a:defRPr>
            </a:lvl8pPr>
            <a:lvl9pPr algn="ctr">
              <a:defRPr sz="1275" b="1" i="0">
                <a:solidFill>
                  <a:srgbClr val="183042"/>
                </a:solidFill>
                <a:latin typeface="Aptos"/>
                <a:ea typeface="Aptos"/>
                <a:cs typeface="Aptos"/>
              </a:defRPr>
            </a:lvl9pPr>
          </a:lstStyle>
          <a:p xmlns:a="http://schemas.openxmlformats.org/drawingml/2006/main">
            <a:pPr algn="ctr">
              <a:defRPr sz="1275" b="1" i="0">
                <a:solidFill>
                  <a:srgbClr val="183042"/>
                </a:solidFill>
                <a:latin typeface="Aptos"/>
                <a:ea typeface="Aptos"/>
                <a:cs typeface="Aptos"/>
              </a:defRPr>
            </a:pPr>
            <a:r>
              <a:rPr sz="1275" b="1" i="0">
                <a:solidFill>
                  <a:srgbClr val="183042"/>
                </a:solidFill>
                <a:latin typeface="Aptos"/>
                <a:ea typeface="Aptos"/>
                <a:cs typeface="Aptos"/>
              </a:rPr>
              <a:t>0,619 ms</a:t>
            </a:r>
          </a:p>
        </p:txBody>
      </p:sp>
      <p:sp>
        <p:nvSpPr>
          <p:cNvPr id="28" name="">
            <a:extLst xmlns:a="http://schemas.openxmlformats.org/drawingml/2006/main">
              <a:ext uri="{FF2B5EF4-FFF2-40B4-BE49-F238E27FC236}">
                <a16:creationId xmlns:a16="http://schemas.microsoft.com/office/drawing/2014/main" id="{EAB134C5-3F13-4117-A734-B4FFD2D8D1B4}"/>
              </a:ext>
            </a:extLst>
          </p:cNvPr>
          <p:cNvSpPr>
            <a:spLocks xmlns:a="http://schemas.openxmlformats.org/drawingml/2006/main" noGrp="1"/>
          </p:cNvSpPr>
          <p:nvPr/>
        </p:nvSpPr>
        <p:spPr>
          <a:xfrm xmlns:a="http://schemas.openxmlformats.org/drawingml/2006/main">
            <a:off x="9696450" y="3657600"/>
            <a:ext cx="1381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ctr">
              <a:defRPr sz="1275" b="1" i="0">
                <a:solidFill>
                  <a:srgbClr val="183042"/>
                </a:solidFill>
                <a:latin typeface="Aptos"/>
                <a:ea typeface="Aptos"/>
                <a:cs typeface="Aptos"/>
              </a:defRPr>
            </a:defPPr>
            <a:lvl1pPr algn="ctr">
              <a:defRPr sz="1275" b="1" i="0">
                <a:solidFill>
                  <a:srgbClr val="183042"/>
                </a:solidFill>
                <a:latin typeface="Aptos"/>
                <a:ea typeface="Aptos"/>
                <a:cs typeface="Aptos"/>
              </a:defRPr>
            </a:lvl1pPr>
            <a:lvl2pPr algn="ctr">
              <a:defRPr sz="1275" b="1" i="0">
                <a:solidFill>
                  <a:srgbClr val="183042"/>
                </a:solidFill>
                <a:latin typeface="Aptos"/>
                <a:ea typeface="Aptos"/>
                <a:cs typeface="Aptos"/>
              </a:defRPr>
            </a:lvl2pPr>
            <a:lvl3pPr algn="ctr">
              <a:defRPr sz="1275" b="1" i="0">
                <a:solidFill>
                  <a:srgbClr val="183042"/>
                </a:solidFill>
                <a:latin typeface="Aptos"/>
                <a:ea typeface="Aptos"/>
                <a:cs typeface="Aptos"/>
              </a:defRPr>
            </a:lvl3pPr>
            <a:lvl4pPr algn="ctr">
              <a:defRPr sz="1275" b="1" i="0">
                <a:solidFill>
                  <a:srgbClr val="183042"/>
                </a:solidFill>
                <a:latin typeface="Aptos"/>
                <a:ea typeface="Aptos"/>
                <a:cs typeface="Aptos"/>
              </a:defRPr>
            </a:lvl4pPr>
            <a:lvl5pPr algn="ctr">
              <a:defRPr sz="1275" b="1" i="0">
                <a:solidFill>
                  <a:srgbClr val="183042"/>
                </a:solidFill>
                <a:latin typeface="Aptos"/>
                <a:ea typeface="Aptos"/>
                <a:cs typeface="Aptos"/>
              </a:defRPr>
            </a:lvl5pPr>
            <a:lvl6pPr algn="ctr">
              <a:defRPr sz="1275" b="1" i="0">
                <a:solidFill>
                  <a:srgbClr val="183042"/>
                </a:solidFill>
                <a:latin typeface="Aptos"/>
                <a:ea typeface="Aptos"/>
                <a:cs typeface="Aptos"/>
              </a:defRPr>
            </a:lvl6pPr>
            <a:lvl7pPr algn="ctr">
              <a:defRPr sz="1275" b="1" i="0">
                <a:solidFill>
                  <a:srgbClr val="183042"/>
                </a:solidFill>
                <a:latin typeface="Aptos"/>
                <a:ea typeface="Aptos"/>
                <a:cs typeface="Aptos"/>
              </a:defRPr>
            </a:lvl7pPr>
            <a:lvl8pPr algn="ctr">
              <a:defRPr sz="1275" b="1" i="0">
                <a:solidFill>
                  <a:srgbClr val="183042"/>
                </a:solidFill>
                <a:latin typeface="Aptos"/>
                <a:ea typeface="Aptos"/>
                <a:cs typeface="Aptos"/>
              </a:defRPr>
            </a:lvl8pPr>
            <a:lvl9pPr algn="ctr">
              <a:defRPr sz="1275" b="1" i="0">
                <a:solidFill>
                  <a:srgbClr val="183042"/>
                </a:solidFill>
                <a:latin typeface="Aptos"/>
                <a:ea typeface="Aptos"/>
                <a:cs typeface="Aptos"/>
              </a:defRPr>
            </a:lvl9pPr>
          </a:lstStyle>
          <a:p xmlns:a="http://schemas.openxmlformats.org/drawingml/2006/main">
            <a:pPr algn="ctr">
              <a:defRPr sz="1275" b="1" i="0">
                <a:solidFill>
                  <a:srgbClr val="183042"/>
                </a:solidFill>
                <a:latin typeface="Aptos"/>
                <a:ea typeface="Aptos"/>
                <a:cs typeface="Aptos"/>
              </a:defRPr>
            </a:pPr>
            <a:r>
              <a:rPr sz="1275" b="1" i="0">
                <a:solidFill>
                  <a:srgbClr val="183042"/>
                </a:solidFill>
                <a:latin typeface="Aptos"/>
                <a:ea typeface="Aptos"/>
                <a:cs typeface="Aptos"/>
              </a:rPr>
              <a:t>58,1 s</a:t>
            </a:r>
          </a:p>
        </p:txBody>
      </p:sp>
      <p:sp>
        <p:nvSpPr>
          <p:cNvPr id="29" name="">
            <a:extLst xmlns:a="http://schemas.openxmlformats.org/drawingml/2006/main">
              <a:ext uri="{FF2B5EF4-FFF2-40B4-BE49-F238E27FC236}">
                <a16:creationId xmlns:a16="http://schemas.microsoft.com/office/drawing/2014/main" id="{724B75AC-12EB-4AD6-A08F-5139FDD8F661}"/>
              </a:ext>
            </a:extLst>
          </p:cNvPr>
          <p:cNvSpPr>
            <a:spLocks xmlns:a="http://schemas.openxmlformats.org/drawingml/2006/main" noGrp="1"/>
          </p:cNvSpPr>
          <p:nvPr/>
        </p:nvSpPr>
        <p:spPr>
          <a:xfrm xmlns:a="http://schemas.openxmlformats.org/drawingml/2006/main">
            <a:off x="571500" y="4362450"/>
            <a:ext cx="2333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425" b="1" i="0">
                <a:solidFill>
                  <a:srgbClr val="102B3F"/>
                </a:solidFill>
                <a:latin typeface="Aptos"/>
                <a:ea typeface="Aptos"/>
                <a:cs typeface="Aptos"/>
              </a:defRPr>
            </a:defPPr>
            <a:lvl1pPr algn="l">
              <a:defRPr sz="1425" b="1" i="0">
                <a:solidFill>
                  <a:srgbClr val="102B3F"/>
                </a:solidFill>
                <a:latin typeface="Aptos"/>
                <a:ea typeface="Aptos"/>
                <a:cs typeface="Aptos"/>
              </a:defRPr>
            </a:lvl1pPr>
            <a:lvl2pPr algn="l">
              <a:defRPr sz="1425" b="1" i="0">
                <a:solidFill>
                  <a:srgbClr val="102B3F"/>
                </a:solidFill>
                <a:latin typeface="Aptos"/>
                <a:ea typeface="Aptos"/>
                <a:cs typeface="Aptos"/>
              </a:defRPr>
            </a:lvl2pPr>
            <a:lvl3pPr algn="l">
              <a:defRPr sz="1425" b="1" i="0">
                <a:solidFill>
                  <a:srgbClr val="102B3F"/>
                </a:solidFill>
                <a:latin typeface="Aptos"/>
                <a:ea typeface="Aptos"/>
                <a:cs typeface="Aptos"/>
              </a:defRPr>
            </a:lvl3pPr>
            <a:lvl4pPr algn="l">
              <a:defRPr sz="1425" b="1" i="0">
                <a:solidFill>
                  <a:srgbClr val="102B3F"/>
                </a:solidFill>
                <a:latin typeface="Aptos"/>
                <a:ea typeface="Aptos"/>
                <a:cs typeface="Aptos"/>
              </a:defRPr>
            </a:lvl4pPr>
            <a:lvl5pPr algn="l">
              <a:defRPr sz="1425" b="1" i="0">
                <a:solidFill>
                  <a:srgbClr val="102B3F"/>
                </a:solidFill>
                <a:latin typeface="Aptos"/>
                <a:ea typeface="Aptos"/>
                <a:cs typeface="Aptos"/>
              </a:defRPr>
            </a:lvl5pPr>
            <a:lvl6pPr algn="l">
              <a:defRPr sz="1425" b="1" i="0">
                <a:solidFill>
                  <a:srgbClr val="102B3F"/>
                </a:solidFill>
                <a:latin typeface="Aptos"/>
                <a:ea typeface="Aptos"/>
                <a:cs typeface="Aptos"/>
              </a:defRPr>
            </a:lvl6pPr>
            <a:lvl7pPr algn="l">
              <a:defRPr sz="1425" b="1" i="0">
                <a:solidFill>
                  <a:srgbClr val="102B3F"/>
                </a:solidFill>
                <a:latin typeface="Aptos"/>
                <a:ea typeface="Aptos"/>
                <a:cs typeface="Aptos"/>
              </a:defRPr>
            </a:lvl7pPr>
            <a:lvl8pPr algn="l">
              <a:defRPr sz="1425" b="1" i="0">
                <a:solidFill>
                  <a:srgbClr val="102B3F"/>
                </a:solidFill>
                <a:latin typeface="Aptos"/>
                <a:ea typeface="Aptos"/>
                <a:cs typeface="Aptos"/>
              </a:defRPr>
            </a:lvl8pPr>
            <a:lvl9pPr algn="l">
              <a:defRPr sz="1425" b="1" i="0">
                <a:solidFill>
                  <a:srgbClr val="102B3F"/>
                </a:solidFill>
                <a:latin typeface="Aptos"/>
                <a:ea typeface="Aptos"/>
                <a:cs typeface="Aptos"/>
              </a:defRPr>
            </a:lvl9pPr>
          </a:lstStyle>
          <a:p xmlns:a="http://schemas.openxmlformats.org/drawingml/2006/main">
            <a:pPr algn="l">
              <a:defRPr sz="1425" b="1" i="0">
                <a:solidFill>
                  <a:srgbClr val="102B3F"/>
                </a:solidFill>
                <a:latin typeface="Aptos"/>
                <a:ea typeface="Aptos"/>
                <a:cs typeface="Aptos"/>
              </a:defRPr>
            </a:pPr>
            <a:r>
              <a:rPr sz="1425" b="1" i="0">
                <a:solidFill>
                  <a:srgbClr val="102B3F"/>
                </a:solidFill>
                <a:latin typeface="Aptos"/>
                <a:ea typeface="Aptos"/>
                <a:cs typeface="Aptos"/>
              </a:rPr>
              <a:t>Random Forest</a:t>
            </a:r>
          </a:p>
        </p:txBody>
      </p:sp>
      <p:sp>
        <p:nvSpPr>
          <p:cNvPr id="30" name="">
            <a:extLst xmlns:a="http://schemas.openxmlformats.org/drawingml/2006/main">
              <a:ext uri="{FF2B5EF4-FFF2-40B4-BE49-F238E27FC236}">
                <a16:creationId xmlns:a16="http://schemas.microsoft.com/office/drawing/2014/main" id="{48CE6948-96BB-4FEA-8E86-7E664744B9FB}"/>
              </a:ext>
            </a:extLst>
          </p:cNvPr>
          <p:cNvSpPr>
            <a:spLocks xmlns:a="http://schemas.openxmlformats.org/drawingml/2006/main" noGrp="1"/>
          </p:cNvSpPr>
          <p:nvPr/>
        </p:nvSpPr>
        <p:spPr>
          <a:xfrm xmlns:a="http://schemas.openxmlformats.org/drawingml/2006/main">
            <a:off x="3400425" y="4448175"/>
            <a:ext cx="1905000" cy="171450"/>
          </a:xfrm>
          <a:prstGeom xmlns:a="http://schemas.openxmlformats.org/drawingml/2006/main" prst="roundRect">
            <a:avLst>
              <a:gd name="adj" fmla="val 44444"/>
            </a:avLst>
          </a:prstGeom>
          <a:solidFill xmlns:a="http://schemas.openxmlformats.org/drawingml/2006/main">
            <a:srgbClr val="E9EFF0"/>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85791AC0-1337-466A-AFB0-F918E4782E05}"/>
              </a:ext>
            </a:extLst>
          </p:cNvPr>
          <p:cNvSpPr>
            <a:spLocks xmlns:a="http://schemas.openxmlformats.org/drawingml/2006/main" noGrp="1"/>
          </p:cNvSpPr>
          <p:nvPr/>
        </p:nvSpPr>
        <p:spPr>
          <a:xfrm xmlns:a="http://schemas.openxmlformats.org/drawingml/2006/main">
            <a:off x="3400425" y="4448175"/>
            <a:ext cx="1828800" cy="171450"/>
          </a:xfrm>
          <a:prstGeom xmlns:a="http://schemas.openxmlformats.org/drawingml/2006/main" prst="roundRect">
            <a:avLst>
              <a:gd name="adj" fmla="val 44444"/>
            </a:avLst>
          </a:prstGeom>
          <a:solidFill xmlns:a="http://schemas.openxmlformats.org/drawingml/2006/main">
            <a:srgbClr val="2D8A7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3F7D8827-B676-4848-8622-B6BEA63A7B96}"/>
              </a:ext>
            </a:extLst>
          </p:cNvPr>
          <p:cNvSpPr>
            <a:spLocks xmlns:a="http://schemas.openxmlformats.org/drawingml/2006/main" noGrp="1"/>
          </p:cNvSpPr>
          <p:nvPr/>
        </p:nvSpPr>
        <p:spPr>
          <a:xfrm xmlns:a="http://schemas.openxmlformats.org/drawingml/2006/main">
            <a:off x="5429250" y="4362450"/>
            <a:ext cx="95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ctr">
              <a:defRPr sz="1275" b="1" i="0">
                <a:solidFill>
                  <a:srgbClr val="183042"/>
                </a:solidFill>
                <a:latin typeface="Aptos"/>
                <a:ea typeface="Aptos"/>
                <a:cs typeface="Aptos"/>
              </a:defRPr>
            </a:defPPr>
            <a:lvl1pPr algn="ctr">
              <a:defRPr sz="1275" b="1" i="0">
                <a:solidFill>
                  <a:srgbClr val="183042"/>
                </a:solidFill>
                <a:latin typeface="Aptos"/>
                <a:ea typeface="Aptos"/>
                <a:cs typeface="Aptos"/>
              </a:defRPr>
            </a:lvl1pPr>
            <a:lvl2pPr algn="ctr">
              <a:defRPr sz="1275" b="1" i="0">
                <a:solidFill>
                  <a:srgbClr val="183042"/>
                </a:solidFill>
                <a:latin typeface="Aptos"/>
                <a:ea typeface="Aptos"/>
                <a:cs typeface="Aptos"/>
              </a:defRPr>
            </a:lvl2pPr>
            <a:lvl3pPr algn="ctr">
              <a:defRPr sz="1275" b="1" i="0">
                <a:solidFill>
                  <a:srgbClr val="183042"/>
                </a:solidFill>
                <a:latin typeface="Aptos"/>
                <a:ea typeface="Aptos"/>
                <a:cs typeface="Aptos"/>
              </a:defRPr>
            </a:lvl3pPr>
            <a:lvl4pPr algn="ctr">
              <a:defRPr sz="1275" b="1" i="0">
                <a:solidFill>
                  <a:srgbClr val="183042"/>
                </a:solidFill>
                <a:latin typeface="Aptos"/>
                <a:ea typeface="Aptos"/>
                <a:cs typeface="Aptos"/>
              </a:defRPr>
            </a:lvl4pPr>
            <a:lvl5pPr algn="ctr">
              <a:defRPr sz="1275" b="1" i="0">
                <a:solidFill>
                  <a:srgbClr val="183042"/>
                </a:solidFill>
                <a:latin typeface="Aptos"/>
                <a:ea typeface="Aptos"/>
                <a:cs typeface="Aptos"/>
              </a:defRPr>
            </a:lvl5pPr>
            <a:lvl6pPr algn="ctr">
              <a:defRPr sz="1275" b="1" i="0">
                <a:solidFill>
                  <a:srgbClr val="183042"/>
                </a:solidFill>
                <a:latin typeface="Aptos"/>
                <a:ea typeface="Aptos"/>
                <a:cs typeface="Aptos"/>
              </a:defRPr>
            </a:lvl6pPr>
            <a:lvl7pPr algn="ctr">
              <a:defRPr sz="1275" b="1" i="0">
                <a:solidFill>
                  <a:srgbClr val="183042"/>
                </a:solidFill>
                <a:latin typeface="Aptos"/>
                <a:ea typeface="Aptos"/>
                <a:cs typeface="Aptos"/>
              </a:defRPr>
            </a:lvl7pPr>
            <a:lvl8pPr algn="ctr">
              <a:defRPr sz="1275" b="1" i="0">
                <a:solidFill>
                  <a:srgbClr val="183042"/>
                </a:solidFill>
                <a:latin typeface="Aptos"/>
                <a:ea typeface="Aptos"/>
                <a:cs typeface="Aptos"/>
              </a:defRPr>
            </a:lvl8pPr>
            <a:lvl9pPr algn="ctr">
              <a:defRPr sz="1275" b="1" i="0">
                <a:solidFill>
                  <a:srgbClr val="183042"/>
                </a:solidFill>
                <a:latin typeface="Aptos"/>
                <a:ea typeface="Aptos"/>
                <a:cs typeface="Aptos"/>
              </a:defRPr>
            </a:lvl9pPr>
          </a:lstStyle>
          <a:p xmlns:a="http://schemas.openxmlformats.org/drawingml/2006/main">
            <a:pPr algn="ctr">
              <a:defRPr sz="1275" b="1" i="0">
                <a:solidFill>
                  <a:srgbClr val="183042"/>
                </a:solidFill>
                <a:latin typeface="Aptos"/>
                <a:ea typeface="Aptos"/>
                <a:cs typeface="Aptos"/>
              </a:defRPr>
            </a:pPr>
            <a:r>
              <a:rPr sz="1275" b="1" i="0">
                <a:solidFill>
                  <a:srgbClr val="183042"/>
                </a:solidFill>
                <a:latin typeface="Aptos"/>
                <a:ea typeface="Aptos"/>
                <a:cs typeface="Aptos"/>
              </a:rPr>
              <a:t>3,84 s</a:t>
            </a:r>
          </a:p>
        </p:txBody>
      </p:sp>
      <p:sp>
        <p:nvSpPr>
          <p:cNvPr id="33" name="">
            <a:extLst xmlns:a="http://schemas.openxmlformats.org/drawingml/2006/main">
              <a:ext uri="{FF2B5EF4-FFF2-40B4-BE49-F238E27FC236}">
                <a16:creationId xmlns:a16="http://schemas.microsoft.com/office/drawing/2014/main" id="{8645D6C8-CC47-46E2-AF9A-2E1A6DD051E6}"/>
              </a:ext>
            </a:extLst>
          </p:cNvPr>
          <p:cNvSpPr>
            <a:spLocks xmlns:a="http://schemas.openxmlformats.org/drawingml/2006/main" noGrp="1"/>
          </p:cNvSpPr>
          <p:nvPr/>
        </p:nvSpPr>
        <p:spPr>
          <a:xfrm xmlns:a="http://schemas.openxmlformats.org/drawingml/2006/main">
            <a:off x="6819900" y="43624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ctr">
              <a:defRPr sz="1275" b="1" i="0">
                <a:solidFill>
                  <a:srgbClr val="183042"/>
                </a:solidFill>
                <a:latin typeface="Aptos"/>
                <a:ea typeface="Aptos"/>
                <a:cs typeface="Aptos"/>
              </a:defRPr>
            </a:defPPr>
            <a:lvl1pPr algn="ctr">
              <a:defRPr sz="1275" b="1" i="0">
                <a:solidFill>
                  <a:srgbClr val="183042"/>
                </a:solidFill>
                <a:latin typeface="Aptos"/>
                <a:ea typeface="Aptos"/>
                <a:cs typeface="Aptos"/>
              </a:defRPr>
            </a:lvl1pPr>
            <a:lvl2pPr algn="ctr">
              <a:defRPr sz="1275" b="1" i="0">
                <a:solidFill>
                  <a:srgbClr val="183042"/>
                </a:solidFill>
                <a:latin typeface="Aptos"/>
                <a:ea typeface="Aptos"/>
                <a:cs typeface="Aptos"/>
              </a:defRPr>
            </a:lvl2pPr>
            <a:lvl3pPr algn="ctr">
              <a:defRPr sz="1275" b="1" i="0">
                <a:solidFill>
                  <a:srgbClr val="183042"/>
                </a:solidFill>
                <a:latin typeface="Aptos"/>
                <a:ea typeface="Aptos"/>
                <a:cs typeface="Aptos"/>
              </a:defRPr>
            </a:lvl3pPr>
            <a:lvl4pPr algn="ctr">
              <a:defRPr sz="1275" b="1" i="0">
                <a:solidFill>
                  <a:srgbClr val="183042"/>
                </a:solidFill>
                <a:latin typeface="Aptos"/>
                <a:ea typeface="Aptos"/>
                <a:cs typeface="Aptos"/>
              </a:defRPr>
            </a:lvl4pPr>
            <a:lvl5pPr algn="ctr">
              <a:defRPr sz="1275" b="1" i="0">
                <a:solidFill>
                  <a:srgbClr val="183042"/>
                </a:solidFill>
                <a:latin typeface="Aptos"/>
                <a:ea typeface="Aptos"/>
                <a:cs typeface="Aptos"/>
              </a:defRPr>
            </a:lvl5pPr>
            <a:lvl6pPr algn="ctr">
              <a:defRPr sz="1275" b="1" i="0">
                <a:solidFill>
                  <a:srgbClr val="183042"/>
                </a:solidFill>
                <a:latin typeface="Aptos"/>
                <a:ea typeface="Aptos"/>
                <a:cs typeface="Aptos"/>
              </a:defRPr>
            </a:lvl6pPr>
            <a:lvl7pPr algn="ctr">
              <a:defRPr sz="1275" b="1" i="0">
                <a:solidFill>
                  <a:srgbClr val="183042"/>
                </a:solidFill>
                <a:latin typeface="Aptos"/>
                <a:ea typeface="Aptos"/>
                <a:cs typeface="Aptos"/>
              </a:defRPr>
            </a:lvl7pPr>
            <a:lvl8pPr algn="ctr">
              <a:defRPr sz="1275" b="1" i="0">
                <a:solidFill>
                  <a:srgbClr val="183042"/>
                </a:solidFill>
                <a:latin typeface="Aptos"/>
                <a:ea typeface="Aptos"/>
                <a:cs typeface="Aptos"/>
              </a:defRPr>
            </a:lvl8pPr>
            <a:lvl9pPr algn="ctr">
              <a:defRPr sz="1275" b="1" i="0">
                <a:solidFill>
                  <a:srgbClr val="183042"/>
                </a:solidFill>
                <a:latin typeface="Aptos"/>
                <a:ea typeface="Aptos"/>
                <a:cs typeface="Aptos"/>
              </a:defRPr>
            </a:lvl9pPr>
          </a:lstStyle>
          <a:p xmlns:a="http://schemas.openxmlformats.org/drawingml/2006/main">
            <a:pPr algn="ctr">
              <a:defRPr sz="1275" b="1" i="0">
                <a:solidFill>
                  <a:srgbClr val="183042"/>
                </a:solidFill>
                <a:latin typeface="Aptos"/>
                <a:ea typeface="Aptos"/>
                <a:cs typeface="Aptos"/>
              </a:defRPr>
            </a:pPr>
            <a:r>
              <a:rPr sz="1275" b="1" i="0">
                <a:solidFill>
                  <a:srgbClr val="183042"/>
                </a:solidFill>
                <a:latin typeface="Aptos"/>
                <a:ea typeface="Aptos"/>
                <a:cs typeface="Aptos"/>
              </a:rPr>
              <a:t>0,146 ms</a:t>
            </a:r>
          </a:p>
        </p:txBody>
      </p:sp>
      <p:sp>
        <p:nvSpPr>
          <p:cNvPr id="34" name="">
            <a:extLst xmlns:a="http://schemas.openxmlformats.org/drawingml/2006/main">
              <a:ext uri="{FF2B5EF4-FFF2-40B4-BE49-F238E27FC236}">
                <a16:creationId xmlns:a16="http://schemas.microsoft.com/office/drawing/2014/main" id="{C5B2157E-63A6-4EC9-BFB4-F025D00C417A}"/>
              </a:ext>
            </a:extLst>
          </p:cNvPr>
          <p:cNvSpPr>
            <a:spLocks xmlns:a="http://schemas.openxmlformats.org/drawingml/2006/main" noGrp="1"/>
          </p:cNvSpPr>
          <p:nvPr/>
        </p:nvSpPr>
        <p:spPr>
          <a:xfrm xmlns:a="http://schemas.openxmlformats.org/drawingml/2006/main">
            <a:off x="9696450" y="4362450"/>
            <a:ext cx="1381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ctr">
              <a:defRPr sz="1275" b="1" i="0">
                <a:solidFill>
                  <a:srgbClr val="183042"/>
                </a:solidFill>
                <a:latin typeface="Aptos"/>
                <a:ea typeface="Aptos"/>
                <a:cs typeface="Aptos"/>
              </a:defRPr>
            </a:defPPr>
            <a:lvl1pPr algn="ctr">
              <a:defRPr sz="1275" b="1" i="0">
                <a:solidFill>
                  <a:srgbClr val="183042"/>
                </a:solidFill>
                <a:latin typeface="Aptos"/>
                <a:ea typeface="Aptos"/>
                <a:cs typeface="Aptos"/>
              </a:defRPr>
            </a:lvl1pPr>
            <a:lvl2pPr algn="ctr">
              <a:defRPr sz="1275" b="1" i="0">
                <a:solidFill>
                  <a:srgbClr val="183042"/>
                </a:solidFill>
                <a:latin typeface="Aptos"/>
                <a:ea typeface="Aptos"/>
                <a:cs typeface="Aptos"/>
              </a:defRPr>
            </a:lvl2pPr>
            <a:lvl3pPr algn="ctr">
              <a:defRPr sz="1275" b="1" i="0">
                <a:solidFill>
                  <a:srgbClr val="183042"/>
                </a:solidFill>
                <a:latin typeface="Aptos"/>
                <a:ea typeface="Aptos"/>
                <a:cs typeface="Aptos"/>
              </a:defRPr>
            </a:lvl3pPr>
            <a:lvl4pPr algn="ctr">
              <a:defRPr sz="1275" b="1" i="0">
                <a:solidFill>
                  <a:srgbClr val="183042"/>
                </a:solidFill>
                <a:latin typeface="Aptos"/>
                <a:ea typeface="Aptos"/>
                <a:cs typeface="Aptos"/>
              </a:defRPr>
            </a:lvl4pPr>
            <a:lvl5pPr algn="ctr">
              <a:defRPr sz="1275" b="1" i="0">
                <a:solidFill>
                  <a:srgbClr val="183042"/>
                </a:solidFill>
                <a:latin typeface="Aptos"/>
                <a:ea typeface="Aptos"/>
                <a:cs typeface="Aptos"/>
              </a:defRPr>
            </a:lvl5pPr>
            <a:lvl6pPr algn="ctr">
              <a:defRPr sz="1275" b="1" i="0">
                <a:solidFill>
                  <a:srgbClr val="183042"/>
                </a:solidFill>
                <a:latin typeface="Aptos"/>
                <a:ea typeface="Aptos"/>
                <a:cs typeface="Aptos"/>
              </a:defRPr>
            </a:lvl6pPr>
            <a:lvl7pPr algn="ctr">
              <a:defRPr sz="1275" b="1" i="0">
                <a:solidFill>
                  <a:srgbClr val="183042"/>
                </a:solidFill>
                <a:latin typeface="Aptos"/>
                <a:ea typeface="Aptos"/>
                <a:cs typeface="Aptos"/>
              </a:defRPr>
            </a:lvl7pPr>
            <a:lvl8pPr algn="ctr">
              <a:defRPr sz="1275" b="1" i="0">
                <a:solidFill>
                  <a:srgbClr val="183042"/>
                </a:solidFill>
                <a:latin typeface="Aptos"/>
                <a:ea typeface="Aptos"/>
                <a:cs typeface="Aptos"/>
              </a:defRPr>
            </a:lvl8pPr>
            <a:lvl9pPr algn="ctr">
              <a:defRPr sz="1275" b="1" i="0">
                <a:solidFill>
                  <a:srgbClr val="183042"/>
                </a:solidFill>
                <a:latin typeface="Aptos"/>
                <a:ea typeface="Aptos"/>
                <a:cs typeface="Aptos"/>
              </a:defRPr>
            </a:lvl9pPr>
          </a:lstStyle>
          <a:p xmlns:a="http://schemas.openxmlformats.org/drawingml/2006/main">
            <a:pPr algn="ctr">
              <a:defRPr sz="1275" b="1" i="0">
                <a:solidFill>
                  <a:srgbClr val="183042"/>
                </a:solidFill>
                <a:latin typeface="Aptos"/>
                <a:ea typeface="Aptos"/>
                <a:cs typeface="Aptos"/>
              </a:defRPr>
            </a:pPr>
            <a:r>
              <a:rPr sz="1275" b="1" i="0">
                <a:solidFill>
                  <a:srgbClr val="183042"/>
                </a:solidFill>
                <a:latin typeface="Aptos"/>
                <a:ea typeface="Aptos"/>
                <a:cs typeface="Aptos"/>
              </a:rPr>
              <a:t>59,5 s</a:t>
            </a:r>
          </a:p>
        </p:txBody>
      </p:sp>
      <p:sp>
        <p:nvSpPr>
          <p:cNvPr id="35" name="">
            <a:extLst xmlns:a="http://schemas.openxmlformats.org/drawingml/2006/main">
              <a:ext uri="{FF2B5EF4-FFF2-40B4-BE49-F238E27FC236}">
                <a16:creationId xmlns:a16="http://schemas.microsoft.com/office/drawing/2014/main" id="{F9DCA5A7-BBA3-4437-A690-8A5DC52C1B3B}"/>
              </a:ext>
            </a:extLst>
          </p:cNvPr>
          <p:cNvSpPr>
            <a:spLocks xmlns:a="http://schemas.openxmlformats.org/drawingml/2006/main" noGrp="1"/>
          </p:cNvSpPr>
          <p:nvPr/>
        </p:nvSpPr>
        <p:spPr>
          <a:xfrm xmlns:a="http://schemas.openxmlformats.org/drawingml/2006/main">
            <a:off x="514350" y="5286375"/>
            <a:ext cx="10991850" cy="695325"/>
          </a:xfrm>
          <a:prstGeom xmlns:a="http://schemas.openxmlformats.org/drawingml/2006/main" prst="roundRect">
            <a:avLst>
              <a:gd name="adj" fmla="val 10959"/>
            </a:avLst>
          </a:prstGeom>
          <a:solidFill xmlns:a="http://schemas.openxmlformats.org/drawingml/2006/main">
            <a:srgbClr val="DDF4F0"/>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6AFE3359-773E-479F-A85F-A6C8C8C96016}"/>
              </a:ext>
            </a:extLst>
          </p:cNvPr>
          <p:cNvSpPr>
            <a:spLocks xmlns:a="http://schemas.openxmlformats.org/drawingml/2006/main" noGrp="1"/>
          </p:cNvSpPr>
          <p:nvPr/>
        </p:nvSpPr>
        <p:spPr>
          <a:xfrm xmlns:a="http://schemas.openxmlformats.org/drawingml/2006/main">
            <a:off x="742950" y="546735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350" b="1" i="0">
                <a:solidFill>
                  <a:srgbClr val="102B3F"/>
                </a:solidFill>
                <a:latin typeface="Aptos"/>
                <a:ea typeface="Aptos"/>
                <a:cs typeface="Aptos"/>
              </a:defRPr>
            </a:defPPr>
            <a:lvl1pPr algn="l">
              <a:defRPr sz="1350" b="1" i="0">
                <a:solidFill>
                  <a:srgbClr val="102B3F"/>
                </a:solidFill>
                <a:latin typeface="Aptos"/>
                <a:ea typeface="Aptos"/>
                <a:cs typeface="Aptos"/>
              </a:defRPr>
            </a:lvl1pPr>
            <a:lvl2pPr algn="l">
              <a:defRPr sz="1350" b="1" i="0">
                <a:solidFill>
                  <a:srgbClr val="102B3F"/>
                </a:solidFill>
                <a:latin typeface="Aptos"/>
                <a:ea typeface="Aptos"/>
                <a:cs typeface="Aptos"/>
              </a:defRPr>
            </a:lvl2pPr>
            <a:lvl3pPr algn="l">
              <a:defRPr sz="1350" b="1" i="0">
                <a:solidFill>
                  <a:srgbClr val="102B3F"/>
                </a:solidFill>
                <a:latin typeface="Aptos"/>
                <a:ea typeface="Aptos"/>
                <a:cs typeface="Aptos"/>
              </a:defRPr>
            </a:lvl3pPr>
            <a:lvl4pPr algn="l">
              <a:defRPr sz="1350" b="1" i="0">
                <a:solidFill>
                  <a:srgbClr val="102B3F"/>
                </a:solidFill>
                <a:latin typeface="Aptos"/>
                <a:ea typeface="Aptos"/>
                <a:cs typeface="Aptos"/>
              </a:defRPr>
            </a:lvl4pPr>
            <a:lvl5pPr algn="l">
              <a:defRPr sz="1350" b="1" i="0">
                <a:solidFill>
                  <a:srgbClr val="102B3F"/>
                </a:solidFill>
                <a:latin typeface="Aptos"/>
                <a:ea typeface="Aptos"/>
                <a:cs typeface="Aptos"/>
              </a:defRPr>
            </a:lvl5pPr>
            <a:lvl6pPr algn="l">
              <a:defRPr sz="1350" b="1" i="0">
                <a:solidFill>
                  <a:srgbClr val="102B3F"/>
                </a:solidFill>
                <a:latin typeface="Aptos"/>
                <a:ea typeface="Aptos"/>
                <a:cs typeface="Aptos"/>
              </a:defRPr>
            </a:lvl6pPr>
            <a:lvl7pPr algn="l">
              <a:defRPr sz="1350" b="1" i="0">
                <a:solidFill>
                  <a:srgbClr val="102B3F"/>
                </a:solidFill>
                <a:latin typeface="Aptos"/>
                <a:ea typeface="Aptos"/>
                <a:cs typeface="Aptos"/>
              </a:defRPr>
            </a:lvl7pPr>
            <a:lvl8pPr algn="l">
              <a:defRPr sz="1350" b="1" i="0">
                <a:solidFill>
                  <a:srgbClr val="102B3F"/>
                </a:solidFill>
                <a:latin typeface="Aptos"/>
                <a:ea typeface="Aptos"/>
                <a:cs typeface="Aptos"/>
              </a:defRPr>
            </a:lvl8pPr>
            <a:lvl9pPr algn="l">
              <a:defRPr sz="1350" b="1" i="0">
                <a:solidFill>
                  <a:srgbClr val="102B3F"/>
                </a:solidFill>
                <a:latin typeface="Aptos"/>
                <a:ea typeface="Aptos"/>
                <a:cs typeface="Aptos"/>
              </a:defRPr>
            </a:lvl9pPr>
          </a:lstStyle>
          <a:p xmlns:a="http://schemas.openxmlformats.org/drawingml/2006/main">
            <a:pPr algn="l">
              <a:defRPr sz="1350" b="1" i="0">
                <a:solidFill>
                  <a:srgbClr val="102B3F"/>
                </a:solidFill>
                <a:latin typeface="Aptos"/>
                <a:ea typeface="Aptos"/>
                <a:cs typeface="Aptos"/>
              </a:defRPr>
            </a:pPr>
            <a:r>
              <a:rPr sz="1350" b="1" i="0">
                <a:solidFill>
                  <a:srgbClr val="102B3F"/>
                </a:solidFill>
                <a:latin typeface="Aptos"/>
                <a:ea typeface="Aptos"/>
                <a:cs typeface="Aptos"/>
              </a:rPr>
              <a:t>La predicción individual es rápida en los cuatro modelos; entrenar y ajustar consume más tiempo.</a:t>
            </a:r>
          </a:p>
        </p:txBody>
      </p:sp>
      <p:sp>
        <p:nvSpPr>
          <p:cNvPr id="37" name="">
            <a:extLst xmlns:a="http://schemas.openxmlformats.org/drawingml/2006/main">
              <a:ext uri="{FF2B5EF4-FFF2-40B4-BE49-F238E27FC236}">
                <a16:creationId xmlns:a16="http://schemas.microsoft.com/office/drawing/2014/main" id="{2D19C007-08CB-4FC8-94F2-D0DC8DE12E9E}"/>
              </a:ext>
            </a:extLst>
          </p:cNvPr>
          <p:cNvSpPr>
            <a:spLocks xmlns:a="http://schemas.openxmlformats.org/drawingml/2006/main" noGrp="1"/>
          </p:cNvSpPr>
          <p:nvPr/>
        </p:nvSpPr>
        <p:spPr>
          <a:xfrm xmlns:a="http://schemas.openxmlformats.org/drawingml/2006/main">
            <a:off x="514350" y="64198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900" b="1" i="0">
                <a:solidFill>
                  <a:srgbClr val="5D7180"/>
                </a:solidFill>
                <a:latin typeface="Aptos"/>
                <a:ea typeface="Aptos"/>
                <a:cs typeface="Aptos"/>
              </a:defRPr>
            </a:defPPr>
            <a:lvl1pPr algn="l">
              <a:defRPr sz="900" b="1" i="0">
                <a:solidFill>
                  <a:srgbClr val="5D7180"/>
                </a:solidFill>
                <a:latin typeface="Aptos"/>
                <a:ea typeface="Aptos"/>
                <a:cs typeface="Aptos"/>
              </a:defRPr>
            </a:lvl1pPr>
            <a:lvl2pPr algn="l">
              <a:defRPr sz="900" b="1" i="0">
                <a:solidFill>
                  <a:srgbClr val="5D7180"/>
                </a:solidFill>
                <a:latin typeface="Aptos"/>
                <a:ea typeface="Aptos"/>
                <a:cs typeface="Aptos"/>
              </a:defRPr>
            </a:lvl2pPr>
            <a:lvl3pPr algn="l">
              <a:defRPr sz="900" b="1" i="0">
                <a:solidFill>
                  <a:srgbClr val="5D7180"/>
                </a:solidFill>
                <a:latin typeface="Aptos"/>
                <a:ea typeface="Aptos"/>
                <a:cs typeface="Aptos"/>
              </a:defRPr>
            </a:lvl3pPr>
            <a:lvl4pPr algn="l">
              <a:defRPr sz="900" b="1" i="0">
                <a:solidFill>
                  <a:srgbClr val="5D7180"/>
                </a:solidFill>
                <a:latin typeface="Aptos"/>
                <a:ea typeface="Aptos"/>
                <a:cs typeface="Aptos"/>
              </a:defRPr>
            </a:lvl4pPr>
            <a:lvl5pPr algn="l">
              <a:defRPr sz="900" b="1" i="0">
                <a:solidFill>
                  <a:srgbClr val="5D7180"/>
                </a:solidFill>
                <a:latin typeface="Aptos"/>
                <a:ea typeface="Aptos"/>
                <a:cs typeface="Aptos"/>
              </a:defRPr>
            </a:lvl5pPr>
            <a:lvl6pPr algn="l">
              <a:defRPr sz="900" b="1" i="0">
                <a:solidFill>
                  <a:srgbClr val="5D7180"/>
                </a:solidFill>
                <a:latin typeface="Aptos"/>
                <a:ea typeface="Aptos"/>
                <a:cs typeface="Aptos"/>
              </a:defRPr>
            </a:lvl6pPr>
            <a:lvl7pPr algn="l">
              <a:defRPr sz="900" b="1" i="0">
                <a:solidFill>
                  <a:srgbClr val="5D7180"/>
                </a:solidFill>
                <a:latin typeface="Aptos"/>
                <a:ea typeface="Aptos"/>
                <a:cs typeface="Aptos"/>
              </a:defRPr>
            </a:lvl7pPr>
            <a:lvl8pPr algn="l">
              <a:defRPr sz="900" b="1" i="0">
                <a:solidFill>
                  <a:srgbClr val="5D7180"/>
                </a:solidFill>
                <a:latin typeface="Aptos"/>
                <a:ea typeface="Aptos"/>
                <a:cs typeface="Aptos"/>
              </a:defRPr>
            </a:lvl8pPr>
            <a:lvl9pPr algn="l">
              <a:defRPr sz="900" b="1" i="0">
                <a:solidFill>
                  <a:srgbClr val="5D7180"/>
                </a:solidFill>
                <a:latin typeface="Aptos"/>
                <a:ea typeface="Aptos"/>
                <a:cs typeface="Aptos"/>
              </a:defRPr>
            </a:lvl9pPr>
          </a:lstStyle>
          <a:p xmlns:a="http://schemas.openxmlformats.org/drawingml/2006/main">
            <a:pPr algn="l">
              <a:defRPr sz="900" b="1" i="0">
                <a:solidFill>
                  <a:srgbClr val="5D7180"/>
                </a:solidFill>
                <a:latin typeface="Aptos"/>
                <a:ea typeface="Aptos"/>
                <a:cs typeface="Aptos"/>
              </a:defRPr>
            </a:pPr>
            <a:r>
              <a:rPr sz="900" b="1" i="0">
                <a:solidFill>
                  <a:srgbClr val="5D7180"/>
                </a:solidFill>
                <a:latin typeface="Aptos"/>
                <a:ea typeface="Aptos"/>
                <a:cs typeface="Aptos"/>
              </a:rPr>
              <a:t>PROYECTO INTEGRADOR · MACHINE LEARNING</a:t>
            </a:r>
          </a:p>
        </p:txBody>
      </p:sp>
      <p:sp>
        <p:nvSpPr>
          <p:cNvPr id="38" name="">
            <a:extLst xmlns:a="http://schemas.openxmlformats.org/drawingml/2006/main">
              <a:ext uri="{FF2B5EF4-FFF2-40B4-BE49-F238E27FC236}">
                <a16:creationId xmlns:a16="http://schemas.microsoft.com/office/drawing/2014/main" id="{1DFD9F3D-6334-4890-AEA7-F0AFC5164A9F}"/>
              </a:ext>
            </a:extLst>
          </p:cNvPr>
          <p:cNvSpPr>
            <a:spLocks xmlns:a="http://schemas.openxmlformats.org/drawingml/2006/main" noGrp="1"/>
          </p:cNvSpPr>
          <p:nvPr/>
        </p:nvSpPr>
        <p:spPr>
          <a:xfrm xmlns:a="http://schemas.openxmlformats.org/drawingml/2006/main">
            <a:off x="11163300" y="64198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r">
              <a:defRPr sz="900" b="1" i="0">
                <a:solidFill>
                  <a:srgbClr val="5D7180"/>
                </a:solidFill>
                <a:latin typeface="Aptos"/>
                <a:ea typeface="Aptos"/>
                <a:cs typeface="Aptos"/>
              </a:defRPr>
            </a:defPPr>
            <a:lvl1pPr algn="r">
              <a:defRPr sz="900" b="1" i="0">
                <a:solidFill>
                  <a:srgbClr val="5D7180"/>
                </a:solidFill>
                <a:latin typeface="Aptos"/>
                <a:ea typeface="Aptos"/>
                <a:cs typeface="Aptos"/>
              </a:defRPr>
            </a:lvl1pPr>
            <a:lvl2pPr algn="r">
              <a:defRPr sz="900" b="1" i="0">
                <a:solidFill>
                  <a:srgbClr val="5D7180"/>
                </a:solidFill>
                <a:latin typeface="Aptos"/>
                <a:ea typeface="Aptos"/>
                <a:cs typeface="Aptos"/>
              </a:defRPr>
            </a:lvl2pPr>
            <a:lvl3pPr algn="r">
              <a:defRPr sz="900" b="1" i="0">
                <a:solidFill>
                  <a:srgbClr val="5D7180"/>
                </a:solidFill>
                <a:latin typeface="Aptos"/>
                <a:ea typeface="Aptos"/>
                <a:cs typeface="Aptos"/>
              </a:defRPr>
            </a:lvl3pPr>
            <a:lvl4pPr algn="r">
              <a:defRPr sz="900" b="1" i="0">
                <a:solidFill>
                  <a:srgbClr val="5D7180"/>
                </a:solidFill>
                <a:latin typeface="Aptos"/>
                <a:ea typeface="Aptos"/>
                <a:cs typeface="Aptos"/>
              </a:defRPr>
            </a:lvl4pPr>
            <a:lvl5pPr algn="r">
              <a:defRPr sz="900" b="1" i="0">
                <a:solidFill>
                  <a:srgbClr val="5D7180"/>
                </a:solidFill>
                <a:latin typeface="Aptos"/>
                <a:ea typeface="Aptos"/>
                <a:cs typeface="Aptos"/>
              </a:defRPr>
            </a:lvl5pPr>
            <a:lvl6pPr algn="r">
              <a:defRPr sz="900" b="1" i="0">
                <a:solidFill>
                  <a:srgbClr val="5D7180"/>
                </a:solidFill>
                <a:latin typeface="Aptos"/>
                <a:ea typeface="Aptos"/>
                <a:cs typeface="Aptos"/>
              </a:defRPr>
            </a:lvl6pPr>
            <a:lvl7pPr algn="r">
              <a:defRPr sz="900" b="1" i="0">
                <a:solidFill>
                  <a:srgbClr val="5D7180"/>
                </a:solidFill>
                <a:latin typeface="Aptos"/>
                <a:ea typeface="Aptos"/>
                <a:cs typeface="Aptos"/>
              </a:defRPr>
            </a:lvl7pPr>
            <a:lvl8pPr algn="r">
              <a:defRPr sz="900" b="1" i="0">
                <a:solidFill>
                  <a:srgbClr val="5D7180"/>
                </a:solidFill>
                <a:latin typeface="Aptos"/>
                <a:ea typeface="Aptos"/>
                <a:cs typeface="Aptos"/>
              </a:defRPr>
            </a:lvl8pPr>
            <a:lvl9pPr algn="r">
              <a:defRPr sz="900" b="1" i="0">
                <a:solidFill>
                  <a:srgbClr val="5D7180"/>
                </a:solidFill>
                <a:latin typeface="Aptos"/>
                <a:ea typeface="Aptos"/>
                <a:cs typeface="Aptos"/>
              </a:defRPr>
            </a:lvl9pPr>
          </a:lstStyle>
          <a:p xmlns:a="http://schemas.openxmlformats.org/drawingml/2006/main">
            <a:pPr algn="r">
              <a:defRPr sz="900" b="1" i="0">
                <a:solidFill>
                  <a:srgbClr val="5D7180"/>
                </a:solidFill>
                <a:latin typeface="Aptos"/>
                <a:ea typeface="Aptos"/>
                <a:cs typeface="Aptos"/>
              </a:defRPr>
            </a:pPr>
            <a:r>
              <a:rPr sz="900" b="1" i="0">
                <a:solidFill>
                  <a:srgbClr val="5D7180"/>
                </a:solidFill>
                <a:latin typeface="Aptos"/>
                <a:ea typeface="Aptos"/>
                <a:cs typeface="Aptos"/>
              </a:rPr>
              <a:t>07</a:t>
            </a:r>
          </a:p>
        </p:txBody>
      </p:sp>
    </p:spTree>
    <p:extLst>
      <p:ext uri="{BB962C8B-B14F-4D97-AF65-F5344CB8AC3E}">
        <p14:creationId xmlns:p14="http://schemas.microsoft.com/office/powerpoint/2010/main" val="1322531240"/>
      </p:ext>
    </p:extLst>
  </p:cSld>
</p:sld>
</file>

<file path=ppt/slides/slide8.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E8301934-BF94-4C5F-9982-0DAC641F36A9}"/>
              </a:ext>
            </a:extLst>
          </p:cNvPr>
          <p:cNvSpPr>
            <a:spLocks xmlns:a="http://schemas.openxmlformats.org/drawingml/2006/main" noGrp="1"/>
          </p:cNvSpPr>
          <p:nvPr/>
        </p:nvSpPr>
        <p:spPr>
          <a:xfrm xmlns:a="http://schemas.openxmlformats.org/drawingml/2006/main">
            <a:off x="5143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975" b="1" i="0">
                <a:solidFill>
                  <a:srgbClr val="00A6A6"/>
                </a:solidFill>
                <a:latin typeface="Aptos"/>
                <a:ea typeface="Aptos"/>
                <a:cs typeface="Aptos"/>
              </a:defRPr>
            </a:defPPr>
            <a:lvl1pPr algn="l">
              <a:defRPr sz="975" b="1" i="0">
                <a:solidFill>
                  <a:srgbClr val="00A6A6"/>
                </a:solidFill>
                <a:latin typeface="Aptos"/>
                <a:ea typeface="Aptos"/>
                <a:cs typeface="Aptos"/>
              </a:defRPr>
            </a:lvl1pPr>
            <a:lvl2pPr algn="l">
              <a:defRPr sz="975" b="1" i="0">
                <a:solidFill>
                  <a:srgbClr val="00A6A6"/>
                </a:solidFill>
                <a:latin typeface="Aptos"/>
                <a:ea typeface="Aptos"/>
                <a:cs typeface="Aptos"/>
              </a:defRPr>
            </a:lvl2pPr>
            <a:lvl3pPr algn="l">
              <a:defRPr sz="975" b="1" i="0">
                <a:solidFill>
                  <a:srgbClr val="00A6A6"/>
                </a:solidFill>
                <a:latin typeface="Aptos"/>
                <a:ea typeface="Aptos"/>
                <a:cs typeface="Aptos"/>
              </a:defRPr>
            </a:lvl3pPr>
            <a:lvl4pPr algn="l">
              <a:defRPr sz="975" b="1" i="0">
                <a:solidFill>
                  <a:srgbClr val="00A6A6"/>
                </a:solidFill>
                <a:latin typeface="Aptos"/>
                <a:ea typeface="Aptos"/>
                <a:cs typeface="Aptos"/>
              </a:defRPr>
            </a:lvl4pPr>
            <a:lvl5pPr algn="l">
              <a:defRPr sz="975" b="1" i="0">
                <a:solidFill>
                  <a:srgbClr val="00A6A6"/>
                </a:solidFill>
                <a:latin typeface="Aptos"/>
                <a:ea typeface="Aptos"/>
                <a:cs typeface="Aptos"/>
              </a:defRPr>
            </a:lvl5pPr>
            <a:lvl6pPr algn="l">
              <a:defRPr sz="975" b="1" i="0">
                <a:solidFill>
                  <a:srgbClr val="00A6A6"/>
                </a:solidFill>
                <a:latin typeface="Aptos"/>
                <a:ea typeface="Aptos"/>
                <a:cs typeface="Aptos"/>
              </a:defRPr>
            </a:lvl6pPr>
            <a:lvl7pPr algn="l">
              <a:defRPr sz="975" b="1" i="0">
                <a:solidFill>
                  <a:srgbClr val="00A6A6"/>
                </a:solidFill>
                <a:latin typeface="Aptos"/>
                <a:ea typeface="Aptos"/>
                <a:cs typeface="Aptos"/>
              </a:defRPr>
            </a:lvl7pPr>
            <a:lvl8pPr algn="l">
              <a:defRPr sz="975" b="1" i="0">
                <a:solidFill>
                  <a:srgbClr val="00A6A6"/>
                </a:solidFill>
                <a:latin typeface="Aptos"/>
                <a:ea typeface="Aptos"/>
                <a:cs typeface="Aptos"/>
              </a:defRPr>
            </a:lvl8pPr>
            <a:lvl9pPr algn="l">
              <a:defRPr sz="975" b="1" i="0">
                <a:solidFill>
                  <a:srgbClr val="00A6A6"/>
                </a:solidFill>
                <a:latin typeface="Aptos"/>
                <a:ea typeface="Aptos"/>
                <a:cs typeface="Aptos"/>
              </a:defRPr>
            </a:lvl9pPr>
          </a:lstStyle>
          <a:p xmlns:a="http://schemas.openxmlformats.org/drawingml/2006/main">
            <a:pPr algn="l">
              <a:defRPr sz="975" b="1" i="0">
                <a:solidFill>
                  <a:srgbClr val="00A6A6"/>
                </a:solidFill>
                <a:latin typeface="Aptos"/>
                <a:ea typeface="Aptos"/>
                <a:cs typeface="Aptos"/>
              </a:defRPr>
            </a:pPr>
            <a:r>
              <a:rPr sz="975" b="1" i="0">
                <a:solidFill>
                  <a:srgbClr val="00A6A6"/>
                </a:solidFill>
                <a:latin typeface="Aptos"/>
                <a:ea typeface="Aptos"/>
                <a:cs typeface="Aptos"/>
              </a:rPr>
              <a:t>PELÍCULAS · CLASIFICACIÓN</a:t>
            </a:r>
          </a:p>
        </p:txBody>
      </p:sp>
      <p:sp>
        <p:nvSpPr>
          <p:cNvPr id="2" name="">
            <a:extLst xmlns:a="http://schemas.openxmlformats.org/drawingml/2006/main">
              <a:ext uri="{FF2B5EF4-FFF2-40B4-BE49-F238E27FC236}">
                <a16:creationId xmlns:a16="http://schemas.microsoft.com/office/drawing/2014/main" id="{FE89FFB0-3182-4BCB-956B-42F428FCA47A}"/>
              </a:ext>
            </a:extLst>
          </p:cNvPr>
          <p:cNvSpPr>
            <a:spLocks xmlns:a="http://schemas.openxmlformats.org/drawingml/2006/main" noGrp="1"/>
          </p:cNvSpPr>
          <p:nvPr/>
        </p:nvSpPr>
        <p:spPr>
          <a:xfrm xmlns:a="http://schemas.openxmlformats.org/drawingml/2006/main">
            <a:off x="514350" y="590550"/>
            <a:ext cx="11125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550" b="1" i="0">
                <a:solidFill>
                  <a:srgbClr val="102B3F"/>
                </a:solidFill>
                <a:latin typeface="Aptos"/>
                <a:ea typeface="Aptos"/>
                <a:cs typeface="Aptos"/>
              </a:defRPr>
            </a:defPPr>
            <a:lvl1pPr algn="l">
              <a:defRPr sz="2550" b="1" i="0">
                <a:solidFill>
                  <a:srgbClr val="102B3F"/>
                </a:solidFill>
                <a:latin typeface="Aptos"/>
                <a:ea typeface="Aptos"/>
                <a:cs typeface="Aptos"/>
              </a:defRPr>
            </a:lvl1pPr>
            <a:lvl2pPr algn="l">
              <a:defRPr sz="2550" b="1" i="0">
                <a:solidFill>
                  <a:srgbClr val="102B3F"/>
                </a:solidFill>
                <a:latin typeface="Aptos"/>
                <a:ea typeface="Aptos"/>
                <a:cs typeface="Aptos"/>
              </a:defRPr>
            </a:lvl2pPr>
            <a:lvl3pPr algn="l">
              <a:defRPr sz="2550" b="1" i="0">
                <a:solidFill>
                  <a:srgbClr val="102B3F"/>
                </a:solidFill>
                <a:latin typeface="Aptos"/>
                <a:ea typeface="Aptos"/>
                <a:cs typeface="Aptos"/>
              </a:defRPr>
            </a:lvl3pPr>
            <a:lvl4pPr algn="l">
              <a:defRPr sz="2550" b="1" i="0">
                <a:solidFill>
                  <a:srgbClr val="102B3F"/>
                </a:solidFill>
                <a:latin typeface="Aptos"/>
                <a:ea typeface="Aptos"/>
                <a:cs typeface="Aptos"/>
              </a:defRPr>
            </a:lvl4pPr>
            <a:lvl5pPr algn="l">
              <a:defRPr sz="2550" b="1" i="0">
                <a:solidFill>
                  <a:srgbClr val="102B3F"/>
                </a:solidFill>
                <a:latin typeface="Aptos"/>
                <a:ea typeface="Aptos"/>
                <a:cs typeface="Aptos"/>
              </a:defRPr>
            </a:lvl5pPr>
            <a:lvl6pPr algn="l">
              <a:defRPr sz="2550" b="1" i="0">
                <a:solidFill>
                  <a:srgbClr val="102B3F"/>
                </a:solidFill>
                <a:latin typeface="Aptos"/>
                <a:ea typeface="Aptos"/>
                <a:cs typeface="Aptos"/>
              </a:defRPr>
            </a:lvl6pPr>
            <a:lvl7pPr algn="l">
              <a:defRPr sz="2550" b="1" i="0">
                <a:solidFill>
                  <a:srgbClr val="102B3F"/>
                </a:solidFill>
                <a:latin typeface="Aptos"/>
                <a:ea typeface="Aptos"/>
                <a:cs typeface="Aptos"/>
              </a:defRPr>
            </a:lvl7pPr>
            <a:lvl8pPr algn="l">
              <a:defRPr sz="2550" b="1" i="0">
                <a:solidFill>
                  <a:srgbClr val="102B3F"/>
                </a:solidFill>
                <a:latin typeface="Aptos"/>
                <a:ea typeface="Aptos"/>
                <a:cs typeface="Aptos"/>
              </a:defRPr>
            </a:lvl8pPr>
            <a:lvl9pPr algn="l">
              <a:defRPr sz="2550" b="1" i="0">
                <a:solidFill>
                  <a:srgbClr val="102B3F"/>
                </a:solidFill>
                <a:latin typeface="Aptos"/>
                <a:ea typeface="Aptos"/>
                <a:cs typeface="Aptos"/>
              </a:defRPr>
            </a:lvl9pPr>
          </a:lstStyle>
          <a:p xmlns:a="http://schemas.openxmlformats.org/drawingml/2006/main">
            <a:pPr algn="l">
              <a:defRPr sz="2550" b="1" i="0">
                <a:solidFill>
                  <a:srgbClr val="102B3F"/>
                </a:solidFill>
                <a:latin typeface="Aptos"/>
                <a:ea typeface="Aptos"/>
                <a:cs typeface="Aptos"/>
              </a:defRPr>
            </a:pPr>
            <a:r>
              <a:rPr sz="2550" b="1" i="0">
                <a:solidFill>
                  <a:srgbClr val="102B3F"/>
                </a:solidFill>
                <a:latin typeface="Aptos"/>
                <a:ea typeface="Aptos"/>
                <a:cs typeface="Aptos"/>
              </a:rPr>
              <a:t>Conclusión: hay señal, pero todavía es moderada</a:t>
            </a:r>
          </a:p>
        </p:txBody>
      </p:sp>
      <p:sp>
        <p:nvSpPr>
          <p:cNvPr id="3" name="">
            <a:extLst xmlns:a="http://schemas.openxmlformats.org/drawingml/2006/main">
              <a:ext uri="{FF2B5EF4-FFF2-40B4-BE49-F238E27FC236}">
                <a16:creationId xmlns:a16="http://schemas.microsoft.com/office/drawing/2014/main" id="{7F748419-3021-4AB3-98F4-511AF58CD73C}"/>
              </a:ext>
            </a:extLst>
          </p:cNvPr>
          <p:cNvSpPr>
            <a:spLocks xmlns:a="http://schemas.openxmlformats.org/drawingml/2006/main" noGrp="1"/>
          </p:cNvSpPr>
          <p:nvPr/>
        </p:nvSpPr>
        <p:spPr>
          <a:xfrm xmlns:a="http://schemas.openxmlformats.org/drawingml/2006/main">
            <a:off x="514350" y="1133475"/>
            <a:ext cx="11125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75" b="0" i="0">
                <a:solidFill>
                  <a:srgbClr val="5D7180"/>
                </a:solidFill>
                <a:latin typeface="Aptos"/>
                <a:ea typeface="Aptos"/>
                <a:cs typeface="Aptos"/>
              </a:defRPr>
            </a:defPPr>
            <a:lvl1pPr algn="l">
              <a:defRPr sz="1275" b="0" i="0">
                <a:solidFill>
                  <a:srgbClr val="5D7180"/>
                </a:solidFill>
                <a:latin typeface="Aptos"/>
                <a:ea typeface="Aptos"/>
                <a:cs typeface="Aptos"/>
              </a:defRPr>
            </a:lvl1pPr>
            <a:lvl2pPr algn="l">
              <a:defRPr sz="1275" b="0" i="0">
                <a:solidFill>
                  <a:srgbClr val="5D7180"/>
                </a:solidFill>
                <a:latin typeface="Aptos"/>
                <a:ea typeface="Aptos"/>
                <a:cs typeface="Aptos"/>
              </a:defRPr>
            </a:lvl2pPr>
            <a:lvl3pPr algn="l">
              <a:defRPr sz="1275" b="0" i="0">
                <a:solidFill>
                  <a:srgbClr val="5D7180"/>
                </a:solidFill>
                <a:latin typeface="Aptos"/>
                <a:ea typeface="Aptos"/>
                <a:cs typeface="Aptos"/>
              </a:defRPr>
            </a:lvl3pPr>
            <a:lvl4pPr algn="l">
              <a:defRPr sz="1275" b="0" i="0">
                <a:solidFill>
                  <a:srgbClr val="5D7180"/>
                </a:solidFill>
                <a:latin typeface="Aptos"/>
                <a:ea typeface="Aptos"/>
                <a:cs typeface="Aptos"/>
              </a:defRPr>
            </a:lvl4pPr>
            <a:lvl5pPr algn="l">
              <a:defRPr sz="1275" b="0" i="0">
                <a:solidFill>
                  <a:srgbClr val="5D7180"/>
                </a:solidFill>
                <a:latin typeface="Aptos"/>
                <a:ea typeface="Aptos"/>
                <a:cs typeface="Aptos"/>
              </a:defRPr>
            </a:lvl5pPr>
            <a:lvl6pPr algn="l">
              <a:defRPr sz="1275" b="0" i="0">
                <a:solidFill>
                  <a:srgbClr val="5D7180"/>
                </a:solidFill>
                <a:latin typeface="Aptos"/>
                <a:ea typeface="Aptos"/>
                <a:cs typeface="Aptos"/>
              </a:defRPr>
            </a:lvl6pPr>
            <a:lvl7pPr algn="l">
              <a:defRPr sz="1275" b="0" i="0">
                <a:solidFill>
                  <a:srgbClr val="5D7180"/>
                </a:solidFill>
                <a:latin typeface="Aptos"/>
                <a:ea typeface="Aptos"/>
                <a:cs typeface="Aptos"/>
              </a:defRPr>
            </a:lvl7pPr>
            <a:lvl8pPr algn="l">
              <a:defRPr sz="1275" b="0" i="0">
                <a:solidFill>
                  <a:srgbClr val="5D7180"/>
                </a:solidFill>
                <a:latin typeface="Aptos"/>
                <a:ea typeface="Aptos"/>
                <a:cs typeface="Aptos"/>
              </a:defRPr>
            </a:lvl8pPr>
            <a:lvl9pPr algn="l">
              <a:defRPr sz="1275" b="0" i="0">
                <a:solidFill>
                  <a:srgbClr val="5D7180"/>
                </a:solidFill>
                <a:latin typeface="Aptos"/>
                <a:ea typeface="Aptos"/>
                <a:cs typeface="Aptos"/>
              </a:defRPr>
            </a:lvl9pPr>
          </a:lstStyle>
          <a:p xmlns:a="http://schemas.openxmlformats.org/drawingml/2006/main">
            <a:pPr algn="l">
              <a:defRPr sz="1275" b="0" i="0">
                <a:solidFill>
                  <a:srgbClr val="5D7180"/>
                </a:solidFill>
                <a:latin typeface="Aptos"/>
                <a:ea typeface="Aptos"/>
                <a:cs typeface="Aptos"/>
              </a:defRPr>
            </a:pPr>
            <a:r>
              <a:rPr sz="1275" b="0" i="0">
                <a:solidFill>
                  <a:srgbClr val="5D7180"/>
                </a:solidFill>
                <a:latin typeface="Aptos"/>
                <a:ea typeface="Aptos"/>
                <a:cs typeface="Aptos"/>
              </a:rPr>
              <a:t>Qué sostienen los datos y qué conviene estudiar después</a:t>
            </a:r>
          </a:p>
        </p:txBody>
      </p:sp>
      <p:sp>
        <p:nvSpPr>
          <p:cNvPr id="4" name="">
            <a:extLst xmlns:a="http://schemas.openxmlformats.org/drawingml/2006/main">
              <a:ext uri="{FF2B5EF4-FFF2-40B4-BE49-F238E27FC236}">
                <a16:creationId xmlns:a16="http://schemas.microsoft.com/office/drawing/2014/main" id="{C2B9046A-FF10-4439-9F55-7BC424CDDD54}"/>
              </a:ext>
            </a:extLst>
          </p:cNvPr>
          <p:cNvSpPr>
            <a:spLocks xmlns:a="http://schemas.openxmlformats.org/drawingml/2006/main" noGrp="1"/>
          </p:cNvSpPr>
          <p:nvPr/>
        </p:nvSpPr>
        <p:spPr>
          <a:xfrm xmlns:a="http://schemas.openxmlformats.org/drawingml/2006/main">
            <a:off x="514350" y="1504950"/>
            <a:ext cx="11163300" cy="19050"/>
          </a:xfrm>
          <a:prstGeom xmlns:a="http://schemas.openxmlformats.org/drawingml/2006/main" prst="rect">
            <a:avLst/>
          </a:prstGeom>
          <a:solidFill xmlns:a="http://schemas.openxmlformats.org/drawingml/2006/main">
            <a:srgbClr val="D9E1E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4393533-29AF-44AD-A8DB-B155A9F7AFAF}"/>
              </a:ext>
            </a:extLst>
          </p:cNvPr>
          <p:cNvSpPr>
            <a:spLocks xmlns:a="http://schemas.openxmlformats.org/drawingml/2006/main" noGrp="1"/>
          </p:cNvSpPr>
          <p:nvPr/>
        </p:nvSpPr>
        <p:spPr>
          <a:xfrm xmlns:a="http://schemas.openxmlformats.org/drawingml/2006/main">
            <a:off x="514350" y="64198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900" b="1" i="0">
                <a:solidFill>
                  <a:srgbClr val="5D7180"/>
                </a:solidFill>
                <a:latin typeface="Aptos"/>
                <a:ea typeface="Aptos"/>
                <a:cs typeface="Aptos"/>
              </a:defRPr>
            </a:defPPr>
            <a:lvl1pPr algn="l">
              <a:defRPr sz="900" b="1" i="0">
                <a:solidFill>
                  <a:srgbClr val="5D7180"/>
                </a:solidFill>
                <a:latin typeface="Aptos"/>
                <a:ea typeface="Aptos"/>
                <a:cs typeface="Aptos"/>
              </a:defRPr>
            </a:lvl1pPr>
            <a:lvl2pPr algn="l">
              <a:defRPr sz="900" b="1" i="0">
                <a:solidFill>
                  <a:srgbClr val="5D7180"/>
                </a:solidFill>
                <a:latin typeface="Aptos"/>
                <a:ea typeface="Aptos"/>
                <a:cs typeface="Aptos"/>
              </a:defRPr>
            </a:lvl2pPr>
            <a:lvl3pPr algn="l">
              <a:defRPr sz="900" b="1" i="0">
                <a:solidFill>
                  <a:srgbClr val="5D7180"/>
                </a:solidFill>
                <a:latin typeface="Aptos"/>
                <a:ea typeface="Aptos"/>
                <a:cs typeface="Aptos"/>
              </a:defRPr>
            </a:lvl3pPr>
            <a:lvl4pPr algn="l">
              <a:defRPr sz="900" b="1" i="0">
                <a:solidFill>
                  <a:srgbClr val="5D7180"/>
                </a:solidFill>
                <a:latin typeface="Aptos"/>
                <a:ea typeface="Aptos"/>
                <a:cs typeface="Aptos"/>
              </a:defRPr>
            </a:lvl4pPr>
            <a:lvl5pPr algn="l">
              <a:defRPr sz="900" b="1" i="0">
                <a:solidFill>
                  <a:srgbClr val="5D7180"/>
                </a:solidFill>
                <a:latin typeface="Aptos"/>
                <a:ea typeface="Aptos"/>
                <a:cs typeface="Aptos"/>
              </a:defRPr>
            </a:lvl5pPr>
            <a:lvl6pPr algn="l">
              <a:defRPr sz="900" b="1" i="0">
                <a:solidFill>
                  <a:srgbClr val="5D7180"/>
                </a:solidFill>
                <a:latin typeface="Aptos"/>
                <a:ea typeface="Aptos"/>
                <a:cs typeface="Aptos"/>
              </a:defRPr>
            </a:lvl6pPr>
            <a:lvl7pPr algn="l">
              <a:defRPr sz="900" b="1" i="0">
                <a:solidFill>
                  <a:srgbClr val="5D7180"/>
                </a:solidFill>
                <a:latin typeface="Aptos"/>
                <a:ea typeface="Aptos"/>
                <a:cs typeface="Aptos"/>
              </a:defRPr>
            </a:lvl7pPr>
            <a:lvl8pPr algn="l">
              <a:defRPr sz="900" b="1" i="0">
                <a:solidFill>
                  <a:srgbClr val="5D7180"/>
                </a:solidFill>
                <a:latin typeface="Aptos"/>
                <a:ea typeface="Aptos"/>
                <a:cs typeface="Aptos"/>
              </a:defRPr>
            </a:lvl8pPr>
            <a:lvl9pPr algn="l">
              <a:defRPr sz="900" b="1" i="0">
                <a:solidFill>
                  <a:srgbClr val="5D7180"/>
                </a:solidFill>
                <a:latin typeface="Aptos"/>
                <a:ea typeface="Aptos"/>
                <a:cs typeface="Aptos"/>
              </a:defRPr>
            </a:lvl9pPr>
          </a:lstStyle>
          <a:p xmlns:a="http://schemas.openxmlformats.org/drawingml/2006/main">
            <a:pPr algn="l">
              <a:defRPr sz="900" b="1" i="0">
                <a:solidFill>
                  <a:srgbClr val="5D7180"/>
                </a:solidFill>
                <a:latin typeface="Aptos"/>
                <a:ea typeface="Aptos"/>
                <a:cs typeface="Aptos"/>
              </a:defRPr>
            </a:pPr>
            <a:r>
              <a:rPr sz="900" b="1" i="0">
                <a:solidFill>
                  <a:srgbClr val="5D7180"/>
                </a:solidFill>
                <a:latin typeface="Aptos"/>
                <a:ea typeface="Aptos"/>
                <a:cs typeface="Aptos"/>
              </a:rPr>
              <a:t>PROYECTO INTEGRADOR · MACHINE LEARNING</a:t>
            </a:r>
          </a:p>
        </p:txBody>
      </p:sp>
      <p:sp>
        <p:nvSpPr>
          <p:cNvPr id="6" name="">
            <a:extLst xmlns:a="http://schemas.openxmlformats.org/drawingml/2006/main">
              <a:ext uri="{FF2B5EF4-FFF2-40B4-BE49-F238E27FC236}">
                <a16:creationId xmlns:a16="http://schemas.microsoft.com/office/drawing/2014/main" id="{33C3CBE7-16AC-4D75-9E43-D5C6EB3FA511}"/>
              </a:ext>
            </a:extLst>
          </p:cNvPr>
          <p:cNvSpPr>
            <a:spLocks xmlns:a="http://schemas.openxmlformats.org/drawingml/2006/main" noGrp="1"/>
          </p:cNvSpPr>
          <p:nvPr/>
        </p:nvSpPr>
        <p:spPr>
          <a:xfrm xmlns:a="http://schemas.openxmlformats.org/drawingml/2006/main">
            <a:off x="11163300" y="64198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r">
              <a:defRPr sz="900" b="1" i="0">
                <a:solidFill>
                  <a:srgbClr val="5D7180"/>
                </a:solidFill>
                <a:latin typeface="Aptos"/>
                <a:ea typeface="Aptos"/>
                <a:cs typeface="Aptos"/>
              </a:defRPr>
            </a:defPPr>
            <a:lvl1pPr algn="r">
              <a:defRPr sz="900" b="1" i="0">
                <a:solidFill>
                  <a:srgbClr val="5D7180"/>
                </a:solidFill>
                <a:latin typeface="Aptos"/>
                <a:ea typeface="Aptos"/>
                <a:cs typeface="Aptos"/>
              </a:defRPr>
            </a:lvl1pPr>
            <a:lvl2pPr algn="r">
              <a:defRPr sz="900" b="1" i="0">
                <a:solidFill>
                  <a:srgbClr val="5D7180"/>
                </a:solidFill>
                <a:latin typeface="Aptos"/>
                <a:ea typeface="Aptos"/>
                <a:cs typeface="Aptos"/>
              </a:defRPr>
            </a:lvl2pPr>
            <a:lvl3pPr algn="r">
              <a:defRPr sz="900" b="1" i="0">
                <a:solidFill>
                  <a:srgbClr val="5D7180"/>
                </a:solidFill>
                <a:latin typeface="Aptos"/>
                <a:ea typeface="Aptos"/>
                <a:cs typeface="Aptos"/>
              </a:defRPr>
            </a:lvl3pPr>
            <a:lvl4pPr algn="r">
              <a:defRPr sz="900" b="1" i="0">
                <a:solidFill>
                  <a:srgbClr val="5D7180"/>
                </a:solidFill>
                <a:latin typeface="Aptos"/>
                <a:ea typeface="Aptos"/>
                <a:cs typeface="Aptos"/>
              </a:defRPr>
            </a:lvl4pPr>
            <a:lvl5pPr algn="r">
              <a:defRPr sz="900" b="1" i="0">
                <a:solidFill>
                  <a:srgbClr val="5D7180"/>
                </a:solidFill>
                <a:latin typeface="Aptos"/>
                <a:ea typeface="Aptos"/>
                <a:cs typeface="Aptos"/>
              </a:defRPr>
            </a:lvl5pPr>
            <a:lvl6pPr algn="r">
              <a:defRPr sz="900" b="1" i="0">
                <a:solidFill>
                  <a:srgbClr val="5D7180"/>
                </a:solidFill>
                <a:latin typeface="Aptos"/>
                <a:ea typeface="Aptos"/>
                <a:cs typeface="Aptos"/>
              </a:defRPr>
            </a:lvl6pPr>
            <a:lvl7pPr algn="r">
              <a:defRPr sz="900" b="1" i="0">
                <a:solidFill>
                  <a:srgbClr val="5D7180"/>
                </a:solidFill>
                <a:latin typeface="Aptos"/>
                <a:ea typeface="Aptos"/>
                <a:cs typeface="Aptos"/>
              </a:defRPr>
            </a:lvl7pPr>
            <a:lvl8pPr algn="r">
              <a:defRPr sz="900" b="1" i="0">
                <a:solidFill>
                  <a:srgbClr val="5D7180"/>
                </a:solidFill>
                <a:latin typeface="Aptos"/>
                <a:ea typeface="Aptos"/>
                <a:cs typeface="Aptos"/>
              </a:defRPr>
            </a:lvl8pPr>
            <a:lvl9pPr algn="r">
              <a:defRPr sz="900" b="1" i="0">
                <a:solidFill>
                  <a:srgbClr val="5D7180"/>
                </a:solidFill>
                <a:latin typeface="Aptos"/>
                <a:ea typeface="Aptos"/>
                <a:cs typeface="Aptos"/>
              </a:defRPr>
            </a:lvl9pPr>
          </a:lstStyle>
          <a:p xmlns:a="http://schemas.openxmlformats.org/drawingml/2006/main">
            <a:pPr algn="r">
              <a:defRPr sz="900" b="1" i="0">
                <a:solidFill>
                  <a:srgbClr val="5D7180"/>
                </a:solidFill>
                <a:latin typeface="Aptos"/>
                <a:ea typeface="Aptos"/>
                <a:cs typeface="Aptos"/>
              </a:defRPr>
            </a:pPr>
            <a:r>
              <a:rPr sz="900" b="1" i="0">
                <a:solidFill>
                  <a:srgbClr val="5D7180"/>
                </a:solidFill>
                <a:latin typeface="Aptos"/>
                <a:ea typeface="Aptos"/>
                <a:cs typeface="Aptos"/>
              </a:rPr>
              <a:t>08</a:t>
            </a:r>
          </a:p>
        </p:txBody>
      </p:sp>
      <p:sp>
        <p:nvSpPr>
          <p:cNvPr id="7" name="">
            <a:extLst xmlns:a="http://schemas.openxmlformats.org/drawingml/2006/main">
              <a:ext uri="{FF2B5EF4-FFF2-40B4-BE49-F238E27FC236}">
                <a16:creationId xmlns:a16="http://schemas.microsoft.com/office/drawing/2014/main" id="{42EB3520-DD3B-4870-ADD9-C1C922603116}"/>
              </a:ext>
            </a:extLst>
          </p:cNvPr>
          <p:cNvSpPr>
            <a:spLocks xmlns:a="http://schemas.openxmlformats.org/drawingml/2006/main" noGrp="1"/>
          </p:cNvSpPr>
          <p:nvPr/>
        </p:nvSpPr>
        <p:spPr>
          <a:xfrm xmlns:a="http://schemas.openxmlformats.org/drawingml/2006/main">
            <a:off x="514350" y="1809750"/>
            <a:ext cx="6667500" cy="3714750"/>
          </a:xfrm>
          <a:prstGeom xmlns:a="http://schemas.openxmlformats.org/drawingml/2006/main" prst="roundRect">
            <a:avLst>
              <a:gd name="adj" fmla="val 2051"/>
            </a:avLst>
          </a:prstGeom>
          <a:solidFill xmlns:a="http://schemas.openxmlformats.org/drawingml/2006/main">
            <a:srgbClr val="102B3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BF27FFF-07EC-4725-8241-EE4D6335A54E}"/>
              </a:ext>
            </a:extLst>
          </p:cNvPr>
          <p:cNvSpPr>
            <a:spLocks xmlns:a="http://schemas.openxmlformats.org/drawingml/2006/main" noGrp="1"/>
          </p:cNvSpPr>
          <p:nvPr/>
        </p:nvSpPr>
        <p:spPr>
          <a:xfrm xmlns:a="http://schemas.openxmlformats.org/drawingml/2006/main">
            <a:off x="819150" y="21145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050" b="1" i="0">
                <a:solidFill>
                  <a:srgbClr val="9ACBCB"/>
                </a:solidFill>
                <a:latin typeface="Aptos"/>
                <a:ea typeface="Aptos"/>
                <a:cs typeface="Aptos"/>
              </a:defRPr>
            </a:defPPr>
            <a:lvl1pPr algn="l">
              <a:defRPr sz="1050" b="1" i="0">
                <a:solidFill>
                  <a:srgbClr val="9ACBCB"/>
                </a:solidFill>
                <a:latin typeface="Aptos"/>
                <a:ea typeface="Aptos"/>
                <a:cs typeface="Aptos"/>
              </a:defRPr>
            </a:lvl1pPr>
            <a:lvl2pPr algn="l">
              <a:defRPr sz="1050" b="1" i="0">
                <a:solidFill>
                  <a:srgbClr val="9ACBCB"/>
                </a:solidFill>
                <a:latin typeface="Aptos"/>
                <a:ea typeface="Aptos"/>
                <a:cs typeface="Aptos"/>
              </a:defRPr>
            </a:lvl2pPr>
            <a:lvl3pPr algn="l">
              <a:defRPr sz="1050" b="1" i="0">
                <a:solidFill>
                  <a:srgbClr val="9ACBCB"/>
                </a:solidFill>
                <a:latin typeface="Aptos"/>
                <a:ea typeface="Aptos"/>
                <a:cs typeface="Aptos"/>
              </a:defRPr>
            </a:lvl3pPr>
            <a:lvl4pPr algn="l">
              <a:defRPr sz="1050" b="1" i="0">
                <a:solidFill>
                  <a:srgbClr val="9ACBCB"/>
                </a:solidFill>
                <a:latin typeface="Aptos"/>
                <a:ea typeface="Aptos"/>
                <a:cs typeface="Aptos"/>
              </a:defRPr>
            </a:lvl4pPr>
            <a:lvl5pPr algn="l">
              <a:defRPr sz="1050" b="1" i="0">
                <a:solidFill>
                  <a:srgbClr val="9ACBCB"/>
                </a:solidFill>
                <a:latin typeface="Aptos"/>
                <a:ea typeface="Aptos"/>
                <a:cs typeface="Aptos"/>
              </a:defRPr>
            </a:lvl5pPr>
            <a:lvl6pPr algn="l">
              <a:defRPr sz="1050" b="1" i="0">
                <a:solidFill>
                  <a:srgbClr val="9ACBCB"/>
                </a:solidFill>
                <a:latin typeface="Aptos"/>
                <a:ea typeface="Aptos"/>
                <a:cs typeface="Aptos"/>
              </a:defRPr>
            </a:lvl6pPr>
            <a:lvl7pPr algn="l">
              <a:defRPr sz="1050" b="1" i="0">
                <a:solidFill>
                  <a:srgbClr val="9ACBCB"/>
                </a:solidFill>
                <a:latin typeface="Aptos"/>
                <a:ea typeface="Aptos"/>
                <a:cs typeface="Aptos"/>
              </a:defRPr>
            </a:lvl7pPr>
            <a:lvl8pPr algn="l">
              <a:defRPr sz="1050" b="1" i="0">
                <a:solidFill>
                  <a:srgbClr val="9ACBCB"/>
                </a:solidFill>
                <a:latin typeface="Aptos"/>
                <a:ea typeface="Aptos"/>
                <a:cs typeface="Aptos"/>
              </a:defRPr>
            </a:lvl8pPr>
            <a:lvl9pPr algn="l">
              <a:defRPr sz="1050" b="1" i="0">
                <a:solidFill>
                  <a:srgbClr val="9ACBCB"/>
                </a:solidFill>
                <a:latin typeface="Aptos"/>
                <a:ea typeface="Aptos"/>
                <a:cs typeface="Aptos"/>
              </a:defRPr>
            </a:lvl9pPr>
          </a:lstStyle>
          <a:p xmlns:a="http://schemas.openxmlformats.org/drawingml/2006/main">
            <a:pPr algn="l">
              <a:defRPr sz="1050" b="1" i="0">
                <a:solidFill>
                  <a:srgbClr val="9ACBCB"/>
                </a:solidFill>
                <a:latin typeface="Aptos"/>
                <a:ea typeface="Aptos"/>
                <a:cs typeface="Aptos"/>
              </a:defRPr>
            </a:pPr>
            <a:r>
              <a:rPr sz="1050" b="1" i="0">
                <a:solidFill>
                  <a:srgbClr val="9ACBCB"/>
                </a:solidFill>
                <a:latin typeface="Aptos"/>
                <a:ea typeface="Aptos"/>
                <a:cs typeface="Aptos"/>
              </a:rPr>
              <a:t>RESULTADO</a:t>
            </a:r>
          </a:p>
        </p:txBody>
      </p:sp>
      <p:sp>
        <p:nvSpPr>
          <p:cNvPr id="9" name="">
            <a:extLst xmlns:a="http://schemas.openxmlformats.org/drawingml/2006/main">
              <a:ext uri="{FF2B5EF4-FFF2-40B4-BE49-F238E27FC236}">
                <a16:creationId xmlns:a16="http://schemas.microsoft.com/office/drawing/2014/main" id="{A29FC2D8-58BB-41AA-A703-248911F34456}"/>
              </a:ext>
            </a:extLst>
          </p:cNvPr>
          <p:cNvSpPr>
            <a:spLocks xmlns:a="http://schemas.openxmlformats.org/drawingml/2006/main" noGrp="1"/>
          </p:cNvSpPr>
          <p:nvPr/>
        </p:nvSpPr>
        <p:spPr>
          <a:xfrm xmlns:a="http://schemas.openxmlformats.org/drawingml/2006/main">
            <a:off x="819150" y="2533650"/>
            <a:ext cx="57150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2550" b="1" i="0">
                <a:solidFill>
                  <a:srgbClr val="FFFFFF"/>
                </a:solidFill>
                <a:latin typeface="Aptos"/>
                <a:ea typeface="Aptos"/>
                <a:cs typeface="Aptos"/>
              </a:defRPr>
            </a:defPPr>
            <a:lvl1pPr algn="l">
              <a:defRPr sz="2550" b="1" i="0">
                <a:solidFill>
                  <a:srgbClr val="FFFFFF"/>
                </a:solidFill>
                <a:latin typeface="Aptos"/>
                <a:ea typeface="Aptos"/>
                <a:cs typeface="Aptos"/>
              </a:defRPr>
            </a:lvl1pPr>
            <a:lvl2pPr algn="l">
              <a:defRPr sz="2550" b="1" i="0">
                <a:solidFill>
                  <a:srgbClr val="FFFFFF"/>
                </a:solidFill>
                <a:latin typeface="Aptos"/>
                <a:ea typeface="Aptos"/>
                <a:cs typeface="Aptos"/>
              </a:defRPr>
            </a:lvl2pPr>
            <a:lvl3pPr algn="l">
              <a:defRPr sz="2550" b="1" i="0">
                <a:solidFill>
                  <a:srgbClr val="FFFFFF"/>
                </a:solidFill>
                <a:latin typeface="Aptos"/>
                <a:ea typeface="Aptos"/>
                <a:cs typeface="Aptos"/>
              </a:defRPr>
            </a:lvl3pPr>
            <a:lvl4pPr algn="l">
              <a:defRPr sz="2550" b="1" i="0">
                <a:solidFill>
                  <a:srgbClr val="FFFFFF"/>
                </a:solidFill>
                <a:latin typeface="Aptos"/>
                <a:ea typeface="Aptos"/>
                <a:cs typeface="Aptos"/>
              </a:defRPr>
            </a:lvl4pPr>
            <a:lvl5pPr algn="l">
              <a:defRPr sz="2550" b="1" i="0">
                <a:solidFill>
                  <a:srgbClr val="FFFFFF"/>
                </a:solidFill>
                <a:latin typeface="Aptos"/>
                <a:ea typeface="Aptos"/>
                <a:cs typeface="Aptos"/>
              </a:defRPr>
            </a:lvl5pPr>
            <a:lvl6pPr algn="l">
              <a:defRPr sz="2550" b="1" i="0">
                <a:solidFill>
                  <a:srgbClr val="FFFFFF"/>
                </a:solidFill>
                <a:latin typeface="Aptos"/>
                <a:ea typeface="Aptos"/>
                <a:cs typeface="Aptos"/>
              </a:defRPr>
            </a:lvl6pPr>
            <a:lvl7pPr algn="l">
              <a:defRPr sz="2550" b="1" i="0">
                <a:solidFill>
                  <a:srgbClr val="FFFFFF"/>
                </a:solidFill>
                <a:latin typeface="Aptos"/>
                <a:ea typeface="Aptos"/>
                <a:cs typeface="Aptos"/>
              </a:defRPr>
            </a:lvl7pPr>
            <a:lvl8pPr algn="l">
              <a:defRPr sz="2550" b="1" i="0">
                <a:solidFill>
                  <a:srgbClr val="FFFFFF"/>
                </a:solidFill>
                <a:latin typeface="Aptos"/>
                <a:ea typeface="Aptos"/>
                <a:cs typeface="Aptos"/>
              </a:defRPr>
            </a:lvl8pPr>
            <a:lvl9pPr algn="l">
              <a:defRPr sz="2550" b="1" i="0">
                <a:solidFill>
                  <a:srgbClr val="FFFFFF"/>
                </a:solidFill>
                <a:latin typeface="Aptos"/>
                <a:ea typeface="Aptos"/>
                <a:cs typeface="Aptos"/>
              </a:defRPr>
            </a:lvl9pPr>
          </a:lstStyle>
          <a:p xmlns:a="http://schemas.openxmlformats.org/drawingml/2006/main">
            <a:pPr algn="l">
              <a:defRPr sz="2550" b="1" i="0">
                <a:solidFill>
                  <a:srgbClr val="FFFFFF"/>
                </a:solidFill>
                <a:latin typeface="Aptos"/>
                <a:ea typeface="Aptos"/>
                <a:cs typeface="Aptos"/>
              </a:defRPr>
            </a:pPr>
            <a:r>
              <a:rPr sz="2550" b="1" i="0">
                <a:solidFill>
                  <a:srgbClr val="FFFFFF"/>
                </a:solidFill>
                <a:latin typeface="Aptos"/>
                <a:ea typeface="Aptos"/>
                <a:cs typeface="Aptos"/>
              </a:rPr>
              <a:t>SVM: 66,1% accuracy</a:t>
            </a:r>
          </a:p>
          <a:p xmlns:a="http://schemas.openxmlformats.org/drawingml/2006/main">
            <a:pPr algn="l">
              <a:defRPr sz="2550" b="1" i="0">
                <a:solidFill>
                  <a:srgbClr val="FFFFFF"/>
                </a:solidFill>
                <a:latin typeface="Aptos"/>
                <a:ea typeface="Aptos"/>
                <a:cs typeface="Aptos"/>
              </a:defRPr>
            </a:pPr>
            <a:r>
              <a:rPr sz="2550" b="1" i="0">
                <a:solidFill>
                  <a:srgbClr val="FFFFFF"/>
                </a:solidFill>
                <a:latin typeface="Aptos"/>
                <a:ea typeface="Aptos"/>
                <a:cs typeface="Aptos"/>
              </a:rPr>
              <a:t>F1 macro: 0,648</a:t>
            </a:r>
          </a:p>
        </p:txBody>
      </p:sp>
      <p:sp>
        <p:nvSpPr>
          <p:cNvPr id="10" name="">
            <a:extLst xmlns:a="http://schemas.openxmlformats.org/drawingml/2006/main">
              <a:ext uri="{FF2B5EF4-FFF2-40B4-BE49-F238E27FC236}">
                <a16:creationId xmlns:a16="http://schemas.microsoft.com/office/drawing/2014/main" id="{1AEA45C7-A1E2-45F8-9618-E5EFFF0891E9}"/>
              </a:ext>
            </a:extLst>
          </p:cNvPr>
          <p:cNvSpPr>
            <a:spLocks xmlns:a="http://schemas.openxmlformats.org/drawingml/2006/main" noGrp="1"/>
          </p:cNvSpPr>
          <p:nvPr/>
        </p:nvSpPr>
        <p:spPr>
          <a:xfrm xmlns:a="http://schemas.openxmlformats.org/drawingml/2006/main">
            <a:off x="819150" y="3781425"/>
            <a:ext cx="5715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575" b="0" i="0">
                <a:solidFill>
                  <a:srgbClr val="D7E4E6"/>
                </a:solidFill>
                <a:latin typeface="Aptos"/>
                <a:ea typeface="Aptos"/>
                <a:cs typeface="Aptos"/>
              </a:defRPr>
            </a:defPPr>
            <a:lvl1pPr algn="l">
              <a:defRPr sz="1575" b="0" i="0">
                <a:solidFill>
                  <a:srgbClr val="D7E4E6"/>
                </a:solidFill>
                <a:latin typeface="Aptos"/>
                <a:ea typeface="Aptos"/>
                <a:cs typeface="Aptos"/>
              </a:defRPr>
            </a:lvl1pPr>
            <a:lvl2pPr algn="l">
              <a:defRPr sz="1575" b="0" i="0">
                <a:solidFill>
                  <a:srgbClr val="D7E4E6"/>
                </a:solidFill>
                <a:latin typeface="Aptos"/>
                <a:ea typeface="Aptos"/>
                <a:cs typeface="Aptos"/>
              </a:defRPr>
            </a:lvl2pPr>
            <a:lvl3pPr algn="l">
              <a:defRPr sz="1575" b="0" i="0">
                <a:solidFill>
                  <a:srgbClr val="D7E4E6"/>
                </a:solidFill>
                <a:latin typeface="Aptos"/>
                <a:ea typeface="Aptos"/>
                <a:cs typeface="Aptos"/>
              </a:defRPr>
            </a:lvl3pPr>
            <a:lvl4pPr algn="l">
              <a:defRPr sz="1575" b="0" i="0">
                <a:solidFill>
                  <a:srgbClr val="D7E4E6"/>
                </a:solidFill>
                <a:latin typeface="Aptos"/>
                <a:ea typeface="Aptos"/>
                <a:cs typeface="Aptos"/>
              </a:defRPr>
            </a:lvl4pPr>
            <a:lvl5pPr algn="l">
              <a:defRPr sz="1575" b="0" i="0">
                <a:solidFill>
                  <a:srgbClr val="D7E4E6"/>
                </a:solidFill>
                <a:latin typeface="Aptos"/>
                <a:ea typeface="Aptos"/>
                <a:cs typeface="Aptos"/>
              </a:defRPr>
            </a:lvl5pPr>
            <a:lvl6pPr algn="l">
              <a:defRPr sz="1575" b="0" i="0">
                <a:solidFill>
                  <a:srgbClr val="D7E4E6"/>
                </a:solidFill>
                <a:latin typeface="Aptos"/>
                <a:ea typeface="Aptos"/>
                <a:cs typeface="Aptos"/>
              </a:defRPr>
            </a:lvl6pPr>
            <a:lvl7pPr algn="l">
              <a:defRPr sz="1575" b="0" i="0">
                <a:solidFill>
                  <a:srgbClr val="D7E4E6"/>
                </a:solidFill>
                <a:latin typeface="Aptos"/>
                <a:ea typeface="Aptos"/>
                <a:cs typeface="Aptos"/>
              </a:defRPr>
            </a:lvl7pPr>
            <a:lvl8pPr algn="l">
              <a:defRPr sz="1575" b="0" i="0">
                <a:solidFill>
                  <a:srgbClr val="D7E4E6"/>
                </a:solidFill>
                <a:latin typeface="Aptos"/>
                <a:ea typeface="Aptos"/>
                <a:cs typeface="Aptos"/>
              </a:defRPr>
            </a:lvl8pPr>
            <a:lvl9pPr algn="l">
              <a:defRPr sz="1575" b="0" i="0">
                <a:solidFill>
                  <a:srgbClr val="D7E4E6"/>
                </a:solidFill>
                <a:latin typeface="Aptos"/>
                <a:ea typeface="Aptos"/>
                <a:cs typeface="Aptos"/>
              </a:defRPr>
            </a:lvl9pPr>
          </a:lstStyle>
          <a:p xmlns:a="http://schemas.openxmlformats.org/drawingml/2006/main">
            <a:pPr algn="l">
              <a:defRPr sz="1575" b="0" i="0">
                <a:solidFill>
                  <a:srgbClr val="D7E4E6"/>
                </a:solidFill>
                <a:latin typeface="Aptos"/>
                <a:ea typeface="Aptos"/>
                <a:cs typeface="Aptos"/>
              </a:defRPr>
            </a:pPr>
            <a:r>
              <a:rPr sz="1575" b="0" i="0">
                <a:solidFill>
                  <a:srgbClr val="D7E4E6"/>
                </a:solidFill>
                <a:latin typeface="Aptos"/>
                <a:ea typeface="Aptos"/>
                <a:cs typeface="Aptos"/>
              </a:rPr>
              <a:t>Mejor resultado observado en la prueba reservada.</a:t>
            </a:r>
          </a:p>
        </p:txBody>
      </p:sp>
      <p:sp>
        <p:nvSpPr>
          <p:cNvPr id="11" name="">
            <a:extLst xmlns:a="http://schemas.openxmlformats.org/drawingml/2006/main">
              <a:ext uri="{FF2B5EF4-FFF2-40B4-BE49-F238E27FC236}">
                <a16:creationId xmlns:a16="http://schemas.microsoft.com/office/drawing/2014/main" id="{D97D3BF5-5EDB-4C74-97FF-826995C73FE6}"/>
              </a:ext>
            </a:extLst>
          </p:cNvPr>
          <p:cNvSpPr>
            <a:spLocks xmlns:a="http://schemas.openxmlformats.org/drawingml/2006/main" noGrp="1"/>
          </p:cNvSpPr>
          <p:nvPr/>
        </p:nvSpPr>
        <p:spPr>
          <a:xfrm xmlns:a="http://schemas.openxmlformats.org/drawingml/2006/main">
            <a:off x="819150" y="4533900"/>
            <a:ext cx="5476875" cy="9525"/>
          </a:xfrm>
          <a:prstGeom xmlns:a="http://schemas.openxmlformats.org/drawingml/2006/main" prst="rect">
            <a:avLst/>
          </a:prstGeom>
          <a:solidFill xmlns:a="http://schemas.openxmlformats.org/drawingml/2006/main">
            <a:srgbClr val="40607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600EF35-984F-46B1-B4FE-054DDC4CA5C4}"/>
              </a:ext>
            </a:extLst>
          </p:cNvPr>
          <p:cNvSpPr>
            <a:spLocks xmlns:a="http://schemas.openxmlformats.org/drawingml/2006/main" noGrp="1"/>
          </p:cNvSpPr>
          <p:nvPr/>
        </p:nvSpPr>
        <p:spPr>
          <a:xfrm xmlns:a="http://schemas.openxmlformats.org/drawingml/2006/main">
            <a:off x="819150" y="4733925"/>
            <a:ext cx="5619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350" b="1" i="0">
                <a:solidFill>
                  <a:srgbClr val="F4BD79"/>
                </a:solidFill>
                <a:latin typeface="Aptos"/>
                <a:ea typeface="Aptos"/>
                <a:cs typeface="Aptos"/>
              </a:defRPr>
            </a:defPPr>
            <a:lvl1pPr algn="l">
              <a:defRPr sz="1350" b="1" i="0">
                <a:solidFill>
                  <a:srgbClr val="F4BD79"/>
                </a:solidFill>
                <a:latin typeface="Aptos"/>
                <a:ea typeface="Aptos"/>
                <a:cs typeface="Aptos"/>
              </a:defRPr>
            </a:lvl1pPr>
            <a:lvl2pPr algn="l">
              <a:defRPr sz="1350" b="1" i="0">
                <a:solidFill>
                  <a:srgbClr val="F4BD79"/>
                </a:solidFill>
                <a:latin typeface="Aptos"/>
                <a:ea typeface="Aptos"/>
                <a:cs typeface="Aptos"/>
              </a:defRPr>
            </a:lvl2pPr>
            <a:lvl3pPr algn="l">
              <a:defRPr sz="1350" b="1" i="0">
                <a:solidFill>
                  <a:srgbClr val="F4BD79"/>
                </a:solidFill>
                <a:latin typeface="Aptos"/>
                <a:ea typeface="Aptos"/>
                <a:cs typeface="Aptos"/>
              </a:defRPr>
            </a:lvl3pPr>
            <a:lvl4pPr algn="l">
              <a:defRPr sz="1350" b="1" i="0">
                <a:solidFill>
                  <a:srgbClr val="F4BD79"/>
                </a:solidFill>
                <a:latin typeface="Aptos"/>
                <a:ea typeface="Aptos"/>
                <a:cs typeface="Aptos"/>
              </a:defRPr>
            </a:lvl4pPr>
            <a:lvl5pPr algn="l">
              <a:defRPr sz="1350" b="1" i="0">
                <a:solidFill>
                  <a:srgbClr val="F4BD79"/>
                </a:solidFill>
                <a:latin typeface="Aptos"/>
                <a:ea typeface="Aptos"/>
                <a:cs typeface="Aptos"/>
              </a:defRPr>
            </a:lvl5pPr>
            <a:lvl6pPr algn="l">
              <a:defRPr sz="1350" b="1" i="0">
                <a:solidFill>
                  <a:srgbClr val="F4BD79"/>
                </a:solidFill>
                <a:latin typeface="Aptos"/>
                <a:ea typeface="Aptos"/>
                <a:cs typeface="Aptos"/>
              </a:defRPr>
            </a:lvl6pPr>
            <a:lvl7pPr algn="l">
              <a:defRPr sz="1350" b="1" i="0">
                <a:solidFill>
                  <a:srgbClr val="F4BD79"/>
                </a:solidFill>
                <a:latin typeface="Aptos"/>
                <a:ea typeface="Aptos"/>
                <a:cs typeface="Aptos"/>
              </a:defRPr>
            </a:lvl7pPr>
            <a:lvl8pPr algn="l">
              <a:defRPr sz="1350" b="1" i="0">
                <a:solidFill>
                  <a:srgbClr val="F4BD79"/>
                </a:solidFill>
                <a:latin typeface="Aptos"/>
                <a:ea typeface="Aptos"/>
                <a:cs typeface="Aptos"/>
              </a:defRPr>
            </a:lvl8pPr>
            <a:lvl9pPr algn="l">
              <a:defRPr sz="1350" b="1" i="0">
                <a:solidFill>
                  <a:srgbClr val="F4BD79"/>
                </a:solidFill>
                <a:latin typeface="Aptos"/>
                <a:ea typeface="Aptos"/>
                <a:cs typeface="Aptos"/>
              </a:defRPr>
            </a:lvl9pPr>
          </a:lstStyle>
          <a:p xmlns:a="http://schemas.openxmlformats.org/drawingml/2006/main">
            <a:pPr algn="l">
              <a:defRPr sz="1350" b="1" i="0">
                <a:solidFill>
                  <a:srgbClr val="F4BD79"/>
                </a:solidFill>
                <a:latin typeface="Aptos"/>
                <a:ea typeface="Aptos"/>
                <a:cs typeface="Aptos"/>
              </a:defRPr>
            </a:pPr>
            <a:r>
              <a:rPr sz="1350" b="1" i="0">
                <a:solidFill>
                  <a:srgbClr val="F4BD79"/>
                </a:solidFill>
                <a:latin typeface="Aptos"/>
                <a:ea typeface="Aptos"/>
                <a:cs typeface="Aptos"/>
              </a:rPr>
              <a:t>No prueba que vaya a acertar igual en estrenos futuros.</a:t>
            </a:r>
          </a:p>
        </p:txBody>
      </p:sp>
      <p:sp>
        <p:nvSpPr>
          <p:cNvPr id="13" name="">
            <a:extLst xmlns:a="http://schemas.openxmlformats.org/drawingml/2006/main">
              <a:ext uri="{FF2B5EF4-FFF2-40B4-BE49-F238E27FC236}">
                <a16:creationId xmlns:a16="http://schemas.microsoft.com/office/drawing/2014/main" id="{734126FE-03E3-4F77-97A7-37054BB44E48}"/>
              </a:ext>
            </a:extLst>
          </p:cNvPr>
          <p:cNvSpPr>
            <a:spLocks xmlns:a="http://schemas.openxmlformats.org/drawingml/2006/main" noGrp="1"/>
          </p:cNvSpPr>
          <p:nvPr/>
        </p:nvSpPr>
        <p:spPr>
          <a:xfrm xmlns:a="http://schemas.openxmlformats.org/drawingml/2006/main">
            <a:off x="7639050" y="1943100"/>
            <a:ext cx="3667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050" b="1" i="0">
                <a:solidFill>
                  <a:srgbClr val="00A6A6"/>
                </a:solidFill>
                <a:latin typeface="Aptos"/>
                <a:ea typeface="Aptos"/>
                <a:cs typeface="Aptos"/>
              </a:defRPr>
            </a:defPPr>
            <a:lvl1pPr algn="l">
              <a:defRPr sz="1050" b="1" i="0">
                <a:solidFill>
                  <a:srgbClr val="00A6A6"/>
                </a:solidFill>
                <a:latin typeface="Aptos"/>
                <a:ea typeface="Aptos"/>
                <a:cs typeface="Aptos"/>
              </a:defRPr>
            </a:lvl1pPr>
            <a:lvl2pPr algn="l">
              <a:defRPr sz="1050" b="1" i="0">
                <a:solidFill>
                  <a:srgbClr val="00A6A6"/>
                </a:solidFill>
                <a:latin typeface="Aptos"/>
                <a:ea typeface="Aptos"/>
                <a:cs typeface="Aptos"/>
              </a:defRPr>
            </a:lvl2pPr>
            <a:lvl3pPr algn="l">
              <a:defRPr sz="1050" b="1" i="0">
                <a:solidFill>
                  <a:srgbClr val="00A6A6"/>
                </a:solidFill>
                <a:latin typeface="Aptos"/>
                <a:ea typeface="Aptos"/>
                <a:cs typeface="Aptos"/>
              </a:defRPr>
            </a:lvl3pPr>
            <a:lvl4pPr algn="l">
              <a:defRPr sz="1050" b="1" i="0">
                <a:solidFill>
                  <a:srgbClr val="00A6A6"/>
                </a:solidFill>
                <a:latin typeface="Aptos"/>
                <a:ea typeface="Aptos"/>
                <a:cs typeface="Aptos"/>
              </a:defRPr>
            </a:lvl4pPr>
            <a:lvl5pPr algn="l">
              <a:defRPr sz="1050" b="1" i="0">
                <a:solidFill>
                  <a:srgbClr val="00A6A6"/>
                </a:solidFill>
                <a:latin typeface="Aptos"/>
                <a:ea typeface="Aptos"/>
                <a:cs typeface="Aptos"/>
              </a:defRPr>
            </a:lvl5pPr>
            <a:lvl6pPr algn="l">
              <a:defRPr sz="1050" b="1" i="0">
                <a:solidFill>
                  <a:srgbClr val="00A6A6"/>
                </a:solidFill>
                <a:latin typeface="Aptos"/>
                <a:ea typeface="Aptos"/>
                <a:cs typeface="Aptos"/>
              </a:defRPr>
            </a:lvl6pPr>
            <a:lvl7pPr algn="l">
              <a:defRPr sz="1050" b="1" i="0">
                <a:solidFill>
                  <a:srgbClr val="00A6A6"/>
                </a:solidFill>
                <a:latin typeface="Aptos"/>
                <a:ea typeface="Aptos"/>
                <a:cs typeface="Aptos"/>
              </a:defRPr>
            </a:lvl7pPr>
            <a:lvl8pPr algn="l">
              <a:defRPr sz="1050" b="1" i="0">
                <a:solidFill>
                  <a:srgbClr val="00A6A6"/>
                </a:solidFill>
                <a:latin typeface="Aptos"/>
                <a:ea typeface="Aptos"/>
                <a:cs typeface="Aptos"/>
              </a:defRPr>
            </a:lvl8pPr>
            <a:lvl9pPr algn="l">
              <a:defRPr sz="1050" b="1" i="0">
                <a:solidFill>
                  <a:srgbClr val="00A6A6"/>
                </a:solidFill>
                <a:latin typeface="Aptos"/>
                <a:ea typeface="Aptos"/>
                <a:cs typeface="Aptos"/>
              </a:defRPr>
            </a:lvl9pPr>
          </a:lstStyle>
          <a:p xmlns:a="http://schemas.openxmlformats.org/drawingml/2006/main">
            <a:pPr algn="l">
              <a:defRPr sz="1050" b="1" i="0">
                <a:solidFill>
                  <a:srgbClr val="00A6A6"/>
                </a:solidFill>
                <a:latin typeface="Aptos"/>
                <a:ea typeface="Aptos"/>
                <a:cs typeface="Aptos"/>
              </a:defRPr>
            </a:pPr>
            <a:r>
              <a:rPr sz="1050" b="1" i="0">
                <a:solidFill>
                  <a:srgbClr val="00A6A6"/>
                </a:solidFill>
                <a:latin typeface="Aptos"/>
                <a:ea typeface="Aptos"/>
                <a:cs typeface="Aptos"/>
              </a:rPr>
              <a:t>LIMITACIONES Y PRÓXIMO PASO</a:t>
            </a:r>
          </a:p>
        </p:txBody>
      </p:sp>
      <p:sp>
        <p:nvSpPr>
          <p:cNvPr id="14" name="">
            <a:extLst xmlns:a="http://schemas.openxmlformats.org/drawingml/2006/main">
              <a:ext uri="{FF2B5EF4-FFF2-40B4-BE49-F238E27FC236}">
                <a16:creationId xmlns:a16="http://schemas.microsoft.com/office/drawing/2014/main" id="{7C6A3748-1802-4DBF-9CDC-23767F8B84F5}"/>
              </a:ext>
            </a:extLst>
          </p:cNvPr>
          <p:cNvSpPr>
            <a:spLocks xmlns:a="http://schemas.openxmlformats.org/drawingml/2006/main" noGrp="1"/>
          </p:cNvSpPr>
          <p:nvPr/>
        </p:nvSpPr>
        <p:spPr>
          <a:xfrm xmlns:a="http://schemas.openxmlformats.org/drawingml/2006/main">
            <a:off x="7639050" y="2381250"/>
            <a:ext cx="114300" cy="114300"/>
          </a:xfrm>
          <a:prstGeom xmlns:a="http://schemas.openxmlformats.org/drawingml/2006/main" prst="roundRect">
            <a:avLst>
              <a:gd name="adj" fmla="val 50000"/>
            </a:avLst>
          </a:prstGeom>
          <a:solidFill xmlns:a="http://schemas.openxmlformats.org/drawingml/2006/main">
            <a:srgbClr val="00A6A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EF0203A-F81C-480B-A6D8-1B3B4CCC0A65}"/>
              </a:ext>
            </a:extLst>
          </p:cNvPr>
          <p:cNvSpPr>
            <a:spLocks xmlns:a="http://schemas.openxmlformats.org/drawingml/2006/main" noGrp="1"/>
          </p:cNvSpPr>
          <p:nvPr/>
        </p:nvSpPr>
        <p:spPr>
          <a:xfrm xmlns:a="http://schemas.openxmlformats.org/drawingml/2006/main">
            <a:off x="7867650" y="2276475"/>
            <a:ext cx="342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75" b="0" i="0">
                <a:solidFill>
                  <a:srgbClr val="183042"/>
                </a:solidFill>
                <a:latin typeface="Aptos"/>
                <a:ea typeface="Aptos"/>
                <a:cs typeface="Aptos"/>
              </a:defRPr>
            </a:defPPr>
            <a:lvl1pPr algn="l">
              <a:defRPr sz="1275" b="0" i="0">
                <a:solidFill>
                  <a:srgbClr val="183042"/>
                </a:solidFill>
                <a:latin typeface="Aptos"/>
                <a:ea typeface="Aptos"/>
                <a:cs typeface="Aptos"/>
              </a:defRPr>
            </a:lvl1pPr>
            <a:lvl2pPr algn="l">
              <a:defRPr sz="1275" b="0" i="0">
                <a:solidFill>
                  <a:srgbClr val="183042"/>
                </a:solidFill>
                <a:latin typeface="Aptos"/>
                <a:ea typeface="Aptos"/>
                <a:cs typeface="Aptos"/>
              </a:defRPr>
            </a:lvl2pPr>
            <a:lvl3pPr algn="l">
              <a:defRPr sz="1275" b="0" i="0">
                <a:solidFill>
                  <a:srgbClr val="183042"/>
                </a:solidFill>
                <a:latin typeface="Aptos"/>
                <a:ea typeface="Aptos"/>
                <a:cs typeface="Aptos"/>
              </a:defRPr>
            </a:lvl3pPr>
            <a:lvl4pPr algn="l">
              <a:defRPr sz="1275" b="0" i="0">
                <a:solidFill>
                  <a:srgbClr val="183042"/>
                </a:solidFill>
                <a:latin typeface="Aptos"/>
                <a:ea typeface="Aptos"/>
                <a:cs typeface="Aptos"/>
              </a:defRPr>
            </a:lvl4pPr>
            <a:lvl5pPr algn="l">
              <a:defRPr sz="1275" b="0" i="0">
                <a:solidFill>
                  <a:srgbClr val="183042"/>
                </a:solidFill>
                <a:latin typeface="Aptos"/>
                <a:ea typeface="Aptos"/>
                <a:cs typeface="Aptos"/>
              </a:defRPr>
            </a:lvl5pPr>
            <a:lvl6pPr algn="l">
              <a:defRPr sz="1275" b="0" i="0">
                <a:solidFill>
                  <a:srgbClr val="183042"/>
                </a:solidFill>
                <a:latin typeface="Aptos"/>
                <a:ea typeface="Aptos"/>
                <a:cs typeface="Aptos"/>
              </a:defRPr>
            </a:lvl6pPr>
            <a:lvl7pPr algn="l">
              <a:defRPr sz="1275" b="0" i="0">
                <a:solidFill>
                  <a:srgbClr val="183042"/>
                </a:solidFill>
                <a:latin typeface="Aptos"/>
                <a:ea typeface="Aptos"/>
                <a:cs typeface="Aptos"/>
              </a:defRPr>
            </a:lvl7pPr>
            <a:lvl8pPr algn="l">
              <a:defRPr sz="1275" b="0" i="0">
                <a:solidFill>
                  <a:srgbClr val="183042"/>
                </a:solidFill>
                <a:latin typeface="Aptos"/>
                <a:ea typeface="Aptos"/>
                <a:cs typeface="Aptos"/>
              </a:defRPr>
            </a:lvl8pPr>
            <a:lvl9pPr algn="l">
              <a:defRPr sz="1275" b="0" i="0">
                <a:solidFill>
                  <a:srgbClr val="183042"/>
                </a:solidFill>
                <a:latin typeface="Aptos"/>
                <a:ea typeface="Aptos"/>
                <a:cs typeface="Aptos"/>
              </a:defRPr>
            </a:lvl9pPr>
          </a:lstStyle>
          <a:p xmlns:a="http://schemas.openxmlformats.org/drawingml/2006/main">
            <a:pPr algn="l">
              <a:defRPr sz="1275" b="0" i="0">
                <a:solidFill>
                  <a:srgbClr val="183042"/>
                </a:solidFill>
                <a:latin typeface="Aptos"/>
                <a:ea typeface="Aptos"/>
                <a:cs typeface="Aptos"/>
              </a:defRPr>
            </a:pPr>
            <a:r>
              <a:rPr sz="1275" b="0" i="0">
                <a:solidFill>
                  <a:srgbClr val="183042"/>
                </a:solidFill>
                <a:latin typeface="Aptos"/>
                <a:ea typeface="Aptos"/>
                <a:cs typeface="Aptos"/>
              </a:rPr>
              <a:t>Umbral 2× presupuesto: proxy, no utilidad neta</a:t>
            </a:r>
          </a:p>
        </p:txBody>
      </p:sp>
      <p:sp>
        <p:nvSpPr>
          <p:cNvPr id="16" name="">
            <a:extLst xmlns:a="http://schemas.openxmlformats.org/drawingml/2006/main">
              <a:ext uri="{FF2B5EF4-FFF2-40B4-BE49-F238E27FC236}">
                <a16:creationId xmlns:a16="http://schemas.microsoft.com/office/drawing/2014/main" id="{385F1FDD-0C24-4D46-A283-40735E4EC48E}"/>
              </a:ext>
            </a:extLst>
          </p:cNvPr>
          <p:cNvSpPr>
            <a:spLocks xmlns:a="http://schemas.openxmlformats.org/drawingml/2006/main" noGrp="1"/>
          </p:cNvSpPr>
          <p:nvPr/>
        </p:nvSpPr>
        <p:spPr>
          <a:xfrm xmlns:a="http://schemas.openxmlformats.org/drawingml/2006/main">
            <a:off x="7639050" y="3038475"/>
            <a:ext cx="114300" cy="114300"/>
          </a:xfrm>
          <a:prstGeom xmlns:a="http://schemas.openxmlformats.org/drawingml/2006/main" prst="roundRect">
            <a:avLst>
              <a:gd name="adj" fmla="val 50000"/>
            </a:avLst>
          </a:prstGeom>
          <a:solidFill xmlns:a="http://schemas.openxmlformats.org/drawingml/2006/main">
            <a:srgbClr val="00A6A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A0B1960-1AE5-4C23-BD91-316F3E62B62D}"/>
              </a:ext>
            </a:extLst>
          </p:cNvPr>
          <p:cNvSpPr>
            <a:spLocks xmlns:a="http://schemas.openxmlformats.org/drawingml/2006/main" noGrp="1"/>
          </p:cNvSpPr>
          <p:nvPr/>
        </p:nvSpPr>
        <p:spPr>
          <a:xfrm xmlns:a="http://schemas.openxmlformats.org/drawingml/2006/main">
            <a:off x="7867650" y="2933700"/>
            <a:ext cx="342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75" b="0" i="0">
                <a:solidFill>
                  <a:srgbClr val="183042"/>
                </a:solidFill>
                <a:latin typeface="Aptos"/>
                <a:ea typeface="Aptos"/>
                <a:cs typeface="Aptos"/>
              </a:defRPr>
            </a:defPPr>
            <a:lvl1pPr algn="l">
              <a:defRPr sz="1275" b="0" i="0">
                <a:solidFill>
                  <a:srgbClr val="183042"/>
                </a:solidFill>
                <a:latin typeface="Aptos"/>
                <a:ea typeface="Aptos"/>
                <a:cs typeface="Aptos"/>
              </a:defRPr>
            </a:lvl1pPr>
            <a:lvl2pPr algn="l">
              <a:defRPr sz="1275" b="0" i="0">
                <a:solidFill>
                  <a:srgbClr val="183042"/>
                </a:solidFill>
                <a:latin typeface="Aptos"/>
                <a:ea typeface="Aptos"/>
                <a:cs typeface="Aptos"/>
              </a:defRPr>
            </a:lvl2pPr>
            <a:lvl3pPr algn="l">
              <a:defRPr sz="1275" b="0" i="0">
                <a:solidFill>
                  <a:srgbClr val="183042"/>
                </a:solidFill>
                <a:latin typeface="Aptos"/>
                <a:ea typeface="Aptos"/>
                <a:cs typeface="Aptos"/>
              </a:defRPr>
            </a:lvl3pPr>
            <a:lvl4pPr algn="l">
              <a:defRPr sz="1275" b="0" i="0">
                <a:solidFill>
                  <a:srgbClr val="183042"/>
                </a:solidFill>
                <a:latin typeface="Aptos"/>
                <a:ea typeface="Aptos"/>
                <a:cs typeface="Aptos"/>
              </a:defRPr>
            </a:lvl4pPr>
            <a:lvl5pPr algn="l">
              <a:defRPr sz="1275" b="0" i="0">
                <a:solidFill>
                  <a:srgbClr val="183042"/>
                </a:solidFill>
                <a:latin typeface="Aptos"/>
                <a:ea typeface="Aptos"/>
                <a:cs typeface="Aptos"/>
              </a:defRPr>
            </a:lvl5pPr>
            <a:lvl6pPr algn="l">
              <a:defRPr sz="1275" b="0" i="0">
                <a:solidFill>
                  <a:srgbClr val="183042"/>
                </a:solidFill>
                <a:latin typeface="Aptos"/>
                <a:ea typeface="Aptos"/>
                <a:cs typeface="Aptos"/>
              </a:defRPr>
            </a:lvl6pPr>
            <a:lvl7pPr algn="l">
              <a:defRPr sz="1275" b="0" i="0">
                <a:solidFill>
                  <a:srgbClr val="183042"/>
                </a:solidFill>
                <a:latin typeface="Aptos"/>
                <a:ea typeface="Aptos"/>
                <a:cs typeface="Aptos"/>
              </a:defRPr>
            </a:lvl7pPr>
            <a:lvl8pPr algn="l">
              <a:defRPr sz="1275" b="0" i="0">
                <a:solidFill>
                  <a:srgbClr val="183042"/>
                </a:solidFill>
                <a:latin typeface="Aptos"/>
                <a:ea typeface="Aptos"/>
                <a:cs typeface="Aptos"/>
              </a:defRPr>
            </a:lvl8pPr>
            <a:lvl9pPr algn="l">
              <a:defRPr sz="1275" b="0" i="0">
                <a:solidFill>
                  <a:srgbClr val="183042"/>
                </a:solidFill>
                <a:latin typeface="Aptos"/>
                <a:ea typeface="Aptos"/>
                <a:cs typeface="Aptos"/>
              </a:defRPr>
            </a:lvl9pPr>
          </a:lstStyle>
          <a:p xmlns:a="http://schemas.openxmlformats.org/drawingml/2006/main">
            <a:pPr algn="l">
              <a:defRPr sz="1275" b="0" i="0">
                <a:solidFill>
                  <a:srgbClr val="183042"/>
                </a:solidFill>
                <a:latin typeface="Aptos"/>
                <a:ea typeface="Aptos"/>
                <a:cs typeface="Aptos"/>
              </a:defRPr>
            </a:pPr>
            <a:r>
              <a:rPr sz="1275" b="0" i="0">
                <a:solidFill>
                  <a:srgbClr val="183042"/>
                </a:solidFill>
                <a:latin typeface="Aptos"/>
                <a:ea typeface="Aptos"/>
                <a:cs typeface="Aptos"/>
              </a:rPr>
              <a:t>Montos dudosos y cobertura financiera incompleta</a:t>
            </a:r>
          </a:p>
        </p:txBody>
      </p:sp>
      <p:sp>
        <p:nvSpPr>
          <p:cNvPr id="18" name="">
            <a:extLst xmlns:a="http://schemas.openxmlformats.org/drawingml/2006/main">
              <a:ext uri="{FF2B5EF4-FFF2-40B4-BE49-F238E27FC236}">
                <a16:creationId xmlns:a16="http://schemas.microsoft.com/office/drawing/2014/main" id="{A36E6649-FB59-4D09-A061-D64CF2590C8D}"/>
              </a:ext>
            </a:extLst>
          </p:cNvPr>
          <p:cNvSpPr>
            <a:spLocks xmlns:a="http://schemas.openxmlformats.org/drawingml/2006/main" noGrp="1"/>
          </p:cNvSpPr>
          <p:nvPr/>
        </p:nvSpPr>
        <p:spPr>
          <a:xfrm xmlns:a="http://schemas.openxmlformats.org/drawingml/2006/main">
            <a:off x="7639050" y="3695700"/>
            <a:ext cx="114300" cy="114300"/>
          </a:xfrm>
          <a:prstGeom xmlns:a="http://schemas.openxmlformats.org/drawingml/2006/main" prst="roundRect">
            <a:avLst>
              <a:gd name="adj" fmla="val 50000"/>
            </a:avLst>
          </a:prstGeom>
          <a:solidFill xmlns:a="http://schemas.openxmlformats.org/drawingml/2006/main">
            <a:srgbClr val="00A6A6"/>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D74CB61-FECD-445E-B3F4-683391BCD9AF}"/>
              </a:ext>
            </a:extLst>
          </p:cNvPr>
          <p:cNvSpPr>
            <a:spLocks xmlns:a="http://schemas.openxmlformats.org/drawingml/2006/main" noGrp="1"/>
          </p:cNvSpPr>
          <p:nvPr/>
        </p:nvSpPr>
        <p:spPr>
          <a:xfrm xmlns:a="http://schemas.openxmlformats.org/drawingml/2006/main">
            <a:off x="7867650" y="3590925"/>
            <a:ext cx="342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75" b="0" i="0">
                <a:solidFill>
                  <a:srgbClr val="183042"/>
                </a:solidFill>
                <a:latin typeface="Aptos"/>
                <a:ea typeface="Aptos"/>
                <a:cs typeface="Aptos"/>
              </a:defRPr>
            </a:defPPr>
            <a:lvl1pPr algn="l">
              <a:defRPr sz="1275" b="0" i="0">
                <a:solidFill>
                  <a:srgbClr val="183042"/>
                </a:solidFill>
                <a:latin typeface="Aptos"/>
                <a:ea typeface="Aptos"/>
                <a:cs typeface="Aptos"/>
              </a:defRPr>
            </a:lvl1pPr>
            <a:lvl2pPr algn="l">
              <a:defRPr sz="1275" b="0" i="0">
                <a:solidFill>
                  <a:srgbClr val="183042"/>
                </a:solidFill>
                <a:latin typeface="Aptos"/>
                <a:ea typeface="Aptos"/>
                <a:cs typeface="Aptos"/>
              </a:defRPr>
            </a:lvl2pPr>
            <a:lvl3pPr algn="l">
              <a:defRPr sz="1275" b="0" i="0">
                <a:solidFill>
                  <a:srgbClr val="183042"/>
                </a:solidFill>
                <a:latin typeface="Aptos"/>
                <a:ea typeface="Aptos"/>
                <a:cs typeface="Aptos"/>
              </a:defRPr>
            </a:lvl3pPr>
            <a:lvl4pPr algn="l">
              <a:defRPr sz="1275" b="0" i="0">
                <a:solidFill>
                  <a:srgbClr val="183042"/>
                </a:solidFill>
                <a:latin typeface="Aptos"/>
                <a:ea typeface="Aptos"/>
                <a:cs typeface="Aptos"/>
              </a:defRPr>
            </a:lvl4pPr>
            <a:lvl5pPr algn="l">
              <a:defRPr sz="1275" b="0" i="0">
                <a:solidFill>
                  <a:srgbClr val="183042"/>
                </a:solidFill>
                <a:latin typeface="Aptos"/>
                <a:ea typeface="Aptos"/>
                <a:cs typeface="Aptos"/>
              </a:defRPr>
            </a:lvl5pPr>
            <a:lvl6pPr algn="l">
              <a:defRPr sz="1275" b="0" i="0">
                <a:solidFill>
                  <a:srgbClr val="183042"/>
                </a:solidFill>
                <a:latin typeface="Aptos"/>
                <a:ea typeface="Aptos"/>
                <a:cs typeface="Aptos"/>
              </a:defRPr>
            </a:lvl6pPr>
            <a:lvl7pPr algn="l">
              <a:defRPr sz="1275" b="0" i="0">
                <a:solidFill>
                  <a:srgbClr val="183042"/>
                </a:solidFill>
                <a:latin typeface="Aptos"/>
                <a:ea typeface="Aptos"/>
                <a:cs typeface="Aptos"/>
              </a:defRPr>
            </a:lvl7pPr>
            <a:lvl8pPr algn="l">
              <a:defRPr sz="1275" b="0" i="0">
                <a:solidFill>
                  <a:srgbClr val="183042"/>
                </a:solidFill>
                <a:latin typeface="Aptos"/>
                <a:ea typeface="Aptos"/>
                <a:cs typeface="Aptos"/>
              </a:defRPr>
            </a:lvl8pPr>
            <a:lvl9pPr algn="l">
              <a:defRPr sz="1275" b="0" i="0">
                <a:solidFill>
                  <a:srgbClr val="183042"/>
                </a:solidFill>
                <a:latin typeface="Aptos"/>
                <a:ea typeface="Aptos"/>
                <a:cs typeface="Aptos"/>
              </a:defRPr>
            </a:lvl9pPr>
          </a:lstStyle>
          <a:p xmlns:a="http://schemas.openxmlformats.org/drawingml/2006/main">
            <a:pPr algn="l">
              <a:defRPr sz="1275" b="0" i="0">
                <a:solidFill>
                  <a:srgbClr val="183042"/>
                </a:solidFill>
                <a:latin typeface="Aptos"/>
                <a:ea typeface="Aptos"/>
                <a:cs typeface="Aptos"/>
              </a:defRPr>
            </a:pPr>
            <a:r>
              <a:rPr sz="1275" b="0" i="0">
                <a:solidFill>
                  <a:srgbClr val="183042"/>
                </a:solidFill>
                <a:latin typeface="Aptos"/>
                <a:ea typeface="Aptos"/>
                <a:cs typeface="Aptos"/>
              </a:rPr>
              <a:t>Prueba aleatoria histórica; falta evaluación temporal</a:t>
            </a:r>
          </a:p>
        </p:txBody>
      </p:sp>
      <p:sp>
        <p:nvSpPr>
          <p:cNvPr id="20" name="">
            <a:extLst xmlns:a="http://schemas.openxmlformats.org/drawingml/2006/main">
              <a:ext uri="{FF2B5EF4-FFF2-40B4-BE49-F238E27FC236}">
                <a16:creationId xmlns:a16="http://schemas.microsoft.com/office/drawing/2014/main" id="{30A9C562-B1E1-4736-B81C-7F17EF1065F9}"/>
              </a:ext>
            </a:extLst>
          </p:cNvPr>
          <p:cNvSpPr>
            <a:spLocks xmlns:a="http://schemas.openxmlformats.org/drawingml/2006/main" noGrp="1"/>
          </p:cNvSpPr>
          <p:nvPr/>
        </p:nvSpPr>
        <p:spPr>
          <a:xfrm xmlns:a="http://schemas.openxmlformats.org/drawingml/2006/main">
            <a:off x="7639050" y="4352925"/>
            <a:ext cx="114300" cy="114300"/>
          </a:xfrm>
          <a:prstGeom xmlns:a="http://schemas.openxmlformats.org/drawingml/2006/main" prst="roundRect">
            <a:avLst>
              <a:gd name="adj" fmla="val 50000"/>
            </a:avLst>
          </a:prstGeom>
          <a:solidFill xmlns:a="http://schemas.openxmlformats.org/drawingml/2006/main">
            <a:srgbClr val="D96C5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7C56791-CC9E-492C-9CBF-4E6F90F4564D}"/>
              </a:ext>
            </a:extLst>
          </p:cNvPr>
          <p:cNvSpPr>
            <a:spLocks xmlns:a="http://schemas.openxmlformats.org/drawingml/2006/main" noGrp="1"/>
          </p:cNvSpPr>
          <p:nvPr/>
        </p:nvSpPr>
        <p:spPr>
          <a:xfrm xmlns:a="http://schemas.openxmlformats.org/drawingml/2006/main">
            <a:off x="7867650" y="4248150"/>
            <a:ext cx="342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75" b="0" i="0">
                <a:solidFill>
                  <a:srgbClr val="183042"/>
                </a:solidFill>
                <a:latin typeface="Aptos"/>
                <a:ea typeface="Aptos"/>
                <a:cs typeface="Aptos"/>
              </a:defRPr>
            </a:defPPr>
            <a:lvl1pPr algn="l">
              <a:defRPr sz="1275" b="0" i="0">
                <a:solidFill>
                  <a:srgbClr val="183042"/>
                </a:solidFill>
                <a:latin typeface="Aptos"/>
                <a:ea typeface="Aptos"/>
                <a:cs typeface="Aptos"/>
              </a:defRPr>
            </a:lvl1pPr>
            <a:lvl2pPr algn="l">
              <a:defRPr sz="1275" b="0" i="0">
                <a:solidFill>
                  <a:srgbClr val="183042"/>
                </a:solidFill>
                <a:latin typeface="Aptos"/>
                <a:ea typeface="Aptos"/>
                <a:cs typeface="Aptos"/>
              </a:defRPr>
            </a:lvl2pPr>
            <a:lvl3pPr algn="l">
              <a:defRPr sz="1275" b="0" i="0">
                <a:solidFill>
                  <a:srgbClr val="183042"/>
                </a:solidFill>
                <a:latin typeface="Aptos"/>
                <a:ea typeface="Aptos"/>
                <a:cs typeface="Aptos"/>
              </a:defRPr>
            </a:lvl3pPr>
            <a:lvl4pPr algn="l">
              <a:defRPr sz="1275" b="0" i="0">
                <a:solidFill>
                  <a:srgbClr val="183042"/>
                </a:solidFill>
                <a:latin typeface="Aptos"/>
                <a:ea typeface="Aptos"/>
                <a:cs typeface="Aptos"/>
              </a:defRPr>
            </a:lvl4pPr>
            <a:lvl5pPr algn="l">
              <a:defRPr sz="1275" b="0" i="0">
                <a:solidFill>
                  <a:srgbClr val="183042"/>
                </a:solidFill>
                <a:latin typeface="Aptos"/>
                <a:ea typeface="Aptos"/>
                <a:cs typeface="Aptos"/>
              </a:defRPr>
            </a:lvl5pPr>
            <a:lvl6pPr algn="l">
              <a:defRPr sz="1275" b="0" i="0">
                <a:solidFill>
                  <a:srgbClr val="183042"/>
                </a:solidFill>
                <a:latin typeface="Aptos"/>
                <a:ea typeface="Aptos"/>
                <a:cs typeface="Aptos"/>
              </a:defRPr>
            </a:lvl6pPr>
            <a:lvl7pPr algn="l">
              <a:defRPr sz="1275" b="0" i="0">
                <a:solidFill>
                  <a:srgbClr val="183042"/>
                </a:solidFill>
                <a:latin typeface="Aptos"/>
                <a:ea typeface="Aptos"/>
                <a:cs typeface="Aptos"/>
              </a:defRPr>
            </a:lvl7pPr>
            <a:lvl8pPr algn="l">
              <a:defRPr sz="1275" b="0" i="0">
                <a:solidFill>
                  <a:srgbClr val="183042"/>
                </a:solidFill>
                <a:latin typeface="Aptos"/>
                <a:ea typeface="Aptos"/>
                <a:cs typeface="Aptos"/>
              </a:defRPr>
            </a:lvl8pPr>
            <a:lvl9pPr algn="l">
              <a:defRPr sz="1275" b="0" i="0">
                <a:solidFill>
                  <a:srgbClr val="183042"/>
                </a:solidFill>
                <a:latin typeface="Aptos"/>
                <a:ea typeface="Aptos"/>
                <a:cs typeface="Aptos"/>
              </a:defRPr>
            </a:lvl9pPr>
          </a:lstStyle>
          <a:p xmlns:a="http://schemas.openxmlformats.org/drawingml/2006/main">
            <a:pPr algn="l">
              <a:defRPr sz="1275" b="0" i="0">
                <a:solidFill>
                  <a:srgbClr val="183042"/>
                </a:solidFill>
                <a:latin typeface="Aptos"/>
                <a:ea typeface="Aptos"/>
                <a:cs typeface="Aptos"/>
              </a:defRPr>
            </a:pPr>
            <a:r>
              <a:rPr sz="1275" b="0" i="0">
                <a:solidFill>
                  <a:srgbClr val="183042"/>
                </a:solidFill>
                <a:latin typeface="Aptos"/>
                <a:ea typeface="Aptos"/>
                <a:cs typeface="Aptos"/>
              </a:rPr>
              <a:t>La descarga 2026 quedó incompleta y no se usó</a:t>
            </a:r>
          </a:p>
        </p:txBody>
      </p:sp>
      <p:sp>
        <p:nvSpPr>
          <p:cNvPr id="22" name="">
            <a:extLst xmlns:a="http://schemas.openxmlformats.org/drawingml/2006/main">
              <a:ext uri="{FF2B5EF4-FFF2-40B4-BE49-F238E27FC236}">
                <a16:creationId xmlns:a16="http://schemas.microsoft.com/office/drawing/2014/main" id="{BA6F4BDA-335A-4D3F-84C6-B6A4E5403158}"/>
              </a:ext>
            </a:extLst>
          </p:cNvPr>
          <p:cNvSpPr>
            <a:spLocks xmlns:a="http://schemas.openxmlformats.org/drawingml/2006/main" noGrp="1"/>
          </p:cNvSpPr>
          <p:nvPr/>
        </p:nvSpPr>
        <p:spPr>
          <a:xfrm xmlns:a="http://schemas.openxmlformats.org/drawingml/2006/main">
            <a:off x="7639050" y="5181600"/>
            <a:ext cx="36385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1275" b="1" i="0">
                <a:solidFill>
                  <a:srgbClr val="102B3F"/>
                </a:solidFill>
                <a:latin typeface="Aptos"/>
                <a:ea typeface="Aptos"/>
                <a:cs typeface="Aptos"/>
              </a:defRPr>
            </a:defPPr>
            <a:lvl1pPr algn="l">
              <a:defRPr sz="1275" b="1" i="0">
                <a:solidFill>
                  <a:srgbClr val="102B3F"/>
                </a:solidFill>
                <a:latin typeface="Aptos"/>
                <a:ea typeface="Aptos"/>
                <a:cs typeface="Aptos"/>
              </a:defRPr>
            </a:lvl1pPr>
            <a:lvl2pPr algn="l">
              <a:defRPr sz="1275" b="1" i="0">
                <a:solidFill>
                  <a:srgbClr val="102B3F"/>
                </a:solidFill>
                <a:latin typeface="Aptos"/>
                <a:ea typeface="Aptos"/>
                <a:cs typeface="Aptos"/>
              </a:defRPr>
            </a:lvl2pPr>
            <a:lvl3pPr algn="l">
              <a:defRPr sz="1275" b="1" i="0">
                <a:solidFill>
                  <a:srgbClr val="102B3F"/>
                </a:solidFill>
                <a:latin typeface="Aptos"/>
                <a:ea typeface="Aptos"/>
                <a:cs typeface="Aptos"/>
              </a:defRPr>
            </a:lvl3pPr>
            <a:lvl4pPr algn="l">
              <a:defRPr sz="1275" b="1" i="0">
                <a:solidFill>
                  <a:srgbClr val="102B3F"/>
                </a:solidFill>
                <a:latin typeface="Aptos"/>
                <a:ea typeface="Aptos"/>
                <a:cs typeface="Aptos"/>
              </a:defRPr>
            </a:lvl4pPr>
            <a:lvl5pPr algn="l">
              <a:defRPr sz="1275" b="1" i="0">
                <a:solidFill>
                  <a:srgbClr val="102B3F"/>
                </a:solidFill>
                <a:latin typeface="Aptos"/>
                <a:ea typeface="Aptos"/>
                <a:cs typeface="Aptos"/>
              </a:defRPr>
            </a:lvl5pPr>
            <a:lvl6pPr algn="l">
              <a:defRPr sz="1275" b="1" i="0">
                <a:solidFill>
                  <a:srgbClr val="102B3F"/>
                </a:solidFill>
                <a:latin typeface="Aptos"/>
                <a:ea typeface="Aptos"/>
                <a:cs typeface="Aptos"/>
              </a:defRPr>
            </a:lvl6pPr>
            <a:lvl7pPr algn="l">
              <a:defRPr sz="1275" b="1" i="0">
                <a:solidFill>
                  <a:srgbClr val="102B3F"/>
                </a:solidFill>
                <a:latin typeface="Aptos"/>
                <a:ea typeface="Aptos"/>
                <a:cs typeface="Aptos"/>
              </a:defRPr>
            </a:lvl7pPr>
            <a:lvl8pPr algn="l">
              <a:defRPr sz="1275" b="1" i="0">
                <a:solidFill>
                  <a:srgbClr val="102B3F"/>
                </a:solidFill>
                <a:latin typeface="Aptos"/>
                <a:ea typeface="Aptos"/>
                <a:cs typeface="Aptos"/>
              </a:defRPr>
            </a:lvl8pPr>
            <a:lvl9pPr algn="l">
              <a:defRPr sz="1275" b="1" i="0">
                <a:solidFill>
                  <a:srgbClr val="102B3F"/>
                </a:solidFill>
                <a:latin typeface="Aptos"/>
                <a:ea typeface="Aptos"/>
                <a:cs typeface="Aptos"/>
              </a:defRPr>
            </a:lvl9pPr>
          </a:lstStyle>
          <a:p xmlns:a="http://schemas.openxmlformats.org/drawingml/2006/main">
            <a:pPr algn="l">
              <a:defRPr sz="1275" b="1" i="0">
                <a:solidFill>
                  <a:srgbClr val="102B3F"/>
                </a:solidFill>
                <a:latin typeface="Aptos"/>
                <a:ea typeface="Aptos"/>
                <a:cs typeface="Aptos"/>
              </a:defRPr>
            </a:pPr>
            <a:r>
              <a:rPr sz="1275" b="1" i="0">
                <a:solidFill>
                  <a:srgbClr val="102B3F"/>
                </a:solidFill>
                <a:latin typeface="Aptos"/>
                <a:ea typeface="Aptos"/>
                <a:cs typeface="Aptos"/>
              </a:rPr>
              <a:t>Siguiente paso: revisar cifras, ajustar por inflación y reservar películas de años posteriores.</a:t>
            </a:r>
          </a:p>
        </p:txBody>
      </p:sp>
      <p:sp>
        <p:nvSpPr>
          <p:cNvPr id="23" name="">
            <a:extLst xmlns:a="http://schemas.openxmlformats.org/drawingml/2006/main">
              <a:ext uri="{FF2B5EF4-FFF2-40B4-BE49-F238E27FC236}">
                <a16:creationId xmlns:a16="http://schemas.microsoft.com/office/drawing/2014/main" id="{6208D631-6557-4643-A74B-97609051901F}"/>
              </a:ext>
            </a:extLst>
          </p:cNvPr>
          <p:cNvSpPr>
            <a:spLocks xmlns:a="http://schemas.openxmlformats.org/drawingml/2006/main" noGrp="1"/>
          </p:cNvSpPr>
          <p:nvPr/>
        </p:nvSpPr>
        <p:spPr>
          <a:xfrm xmlns:a="http://schemas.openxmlformats.org/drawingml/2006/main">
            <a:off x="514350" y="5857875"/>
            <a:ext cx="676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975" b="0" i="0">
                <a:solidFill>
                  <a:srgbClr val="5D7180"/>
                </a:solidFill>
                <a:latin typeface="Aptos"/>
                <a:ea typeface="Aptos"/>
                <a:cs typeface="Aptos"/>
              </a:defRPr>
            </a:defPPr>
            <a:lvl1pPr algn="l">
              <a:defRPr sz="975" b="0" i="0">
                <a:solidFill>
                  <a:srgbClr val="5D7180"/>
                </a:solidFill>
                <a:latin typeface="Aptos"/>
                <a:ea typeface="Aptos"/>
                <a:cs typeface="Aptos"/>
              </a:defRPr>
            </a:lvl1pPr>
            <a:lvl2pPr algn="l">
              <a:defRPr sz="975" b="0" i="0">
                <a:solidFill>
                  <a:srgbClr val="5D7180"/>
                </a:solidFill>
                <a:latin typeface="Aptos"/>
                <a:ea typeface="Aptos"/>
                <a:cs typeface="Aptos"/>
              </a:defRPr>
            </a:lvl2pPr>
            <a:lvl3pPr algn="l">
              <a:defRPr sz="975" b="0" i="0">
                <a:solidFill>
                  <a:srgbClr val="5D7180"/>
                </a:solidFill>
                <a:latin typeface="Aptos"/>
                <a:ea typeface="Aptos"/>
                <a:cs typeface="Aptos"/>
              </a:defRPr>
            </a:lvl3pPr>
            <a:lvl4pPr algn="l">
              <a:defRPr sz="975" b="0" i="0">
                <a:solidFill>
                  <a:srgbClr val="5D7180"/>
                </a:solidFill>
                <a:latin typeface="Aptos"/>
                <a:ea typeface="Aptos"/>
                <a:cs typeface="Aptos"/>
              </a:defRPr>
            </a:lvl4pPr>
            <a:lvl5pPr algn="l">
              <a:defRPr sz="975" b="0" i="0">
                <a:solidFill>
                  <a:srgbClr val="5D7180"/>
                </a:solidFill>
                <a:latin typeface="Aptos"/>
                <a:ea typeface="Aptos"/>
                <a:cs typeface="Aptos"/>
              </a:defRPr>
            </a:lvl5pPr>
            <a:lvl6pPr algn="l">
              <a:defRPr sz="975" b="0" i="0">
                <a:solidFill>
                  <a:srgbClr val="5D7180"/>
                </a:solidFill>
                <a:latin typeface="Aptos"/>
                <a:ea typeface="Aptos"/>
                <a:cs typeface="Aptos"/>
              </a:defRPr>
            </a:lvl6pPr>
            <a:lvl7pPr algn="l">
              <a:defRPr sz="975" b="0" i="0">
                <a:solidFill>
                  <a:srgbClr val="5D7180"/>
                </a:solidFill>
                <a:latin typeface="Aptos"/>
                <a:ea typeface="Aptos"/>
                <a:cs typeface="Aptos"/>
              </a:defRPr>
            </a:lvl7pPr>
            <a:lvl8pPr algn="l">
              <a:defRPr sz="975" b="0" i="0">
                <a:solidFill>
                  <a:srgbClr val="5D7180"/>
                </a:solidFill>
                <a:latin typeface="Aptos"/>
                <a:ea typeface="Aptos"/>
                <a:cs typeface="Aptos"/>
              </a:defRPr>
            </a:lvl8pPr>
            <a:lvl9pPr algn="l">
              <a:defRPr sz="975" b="0" i="0">
                <a:solidFill>
                  <a:srgbClr val="5D7180"/>
                </a:solidFill>
                <a:latin typeface="Aptos"/>
                <a:ea typeface="Aptos"/>
                <a:cs typeface="Aptos"/>
              </a:defRPr>
            </a:lvl9pPr>
          </a:lstStyle>
          <a:p xmlns:a="http://schemas.openxmlformats.org/drawingml/2006/main">
            <a:pPr algn="l">
              <a:defRPr sz="975" b="0" i="0">
                <a:solidFill>
                  <a:srgbClr val="5D7180"/>
                </a:solidFill>
                <a:latin typeface="Aptos"/>
                <a:ea typeface="Aptos"/>
                <a:cs typeface="Aptos"/>
              </a:defRPr>
            </a:pPr>
            <a:r>
              <a:rPr sz="975" b="0" i="0">
                <a:solidFill>
                  <a:srgbClr val="5D7180"/>
                </a:solidFill>
                <a:latin typeface="Aptos"/>
                <a:ea typeface="Aptos"/>
                <a:cs typeface="Aptos"/>
              </a:rPr>
              <a:t>Datos históricos: TMDb 5000 Movie Metadata · Kaggle · no incluye 2026</a:t>
            </a:r>
          </a:p>
        </p:txBody>
      </p:sp>
      <p:sp>
        <p:nvSpPr>
          <p:cNvPr id="24" name="">
            <a:extLst xmlns:a="http://schemas.openxmlformats.org/drawingml/2006/main">
              <a:ext uri="{FF2B5EF4-FFF2-40B4-BE49-F238E27FC236}">
                <a16:creationId xmlns:a16="http://schemas.microsoft.com/office/drawing/2014/main" id="{7E0CEB33-61DD-4B02-BE5D-4C94059B3928}"/>
              </a:ext>
            </a:extLst>
          </p:cNvPr>
          <p:cNvSpPr>
            <a:spLocks xmlns:a="http://schemas.openxmlformats.org/drawingml/2006/main" noGrp="1"/>
          </p:cNvSpPr>
          <p:nvPr/>
        </p:nvSpPr>
        <p:spPr>
          <a:xfrm xmlns:a="http://schemas.openxmlformats.org/drawingml/2006/main">
            <a:off x="514350" y="64198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l">
              <a:defRPr sz="900" b="1" i="0">
                <a:solidFill>
                  <a:srgbClr val="5D7180"/>
                </a:solidFill>
                <a:latin typeface="Aptos"/>
                <a:ea typeface="Aptos"/>
                <a:cs typeface="Aptos"/>
              </a:defRPr>
            </a:defPPr>
            <a:lvl1pPr algn="l">
              <a:defRPr sz="900" b="1" i="0">
                <a:solidFill>
                  <a:srgbClr val="5D7180"/>
                </a:solidFill>
                <a:latin typeface="Aptos"/>
                <a:ea typeface="Aptos"/>
                <a:cs typeface="Aptos"/>
              </a:defRPr>
            </a:lvl1pPr>
            <a:lvl2pPr algn="l">
              <a:defRPr sz="900" b="1" i="0">
                <a:solidFill>
                  <a:srgbClr val="5D7180"/>
                </a:solidFill>
                <a:latin typeface="Aptos"/>
                <a:ea typeface="Aptos"/>
                <a:cs typeface="Aptos"/>
              </a:defRPr>
            </a:lvl2pPr>
            <a:lvl3pPr algn="l">
              <a:defRPr sz="900" b="1" i="0">
                <a:solidFill>
                  <a:srgbClr val="5D7180"/>
                </a:solidFill>
                <a:latin typeface="Aptos"/>
                <a:ea typeface="Aptos"/>
                <a:cs typeface="Aptos"/>
              </a:defRPr>
            </a:lvl3pPr>
            <a:lvl4pPr algn="l">
              <a:defRPr sz="900" b="1" i="0">
                <a:solidFill>
                  <a:srgbClr val="5D7180"/>
                </a:solidFill>
                <a:latin typeface="Aptos"/>
                <a:ea typeface="Aptos"/>
                <a:cs typeface="Aptos"/>
              </a:defRPr>
            </a:lvl4pPr>
            <a:lvl5pPr algn="l">
              <a:defRPr sz="900" b="1" i="0">
                <a:solidFill>
                  <a:srgbClr val="5D7180"/>
                </a:solidFill>
                <a:latin typeface="Aptos"/>
                <a:ea typeface="Aptos"/>
                <a:cs typeface="Aptos"/>
              </a:defRPr>
            </a:lvl5pPr>
            <a:lvl6pPr algn="l">
              <a:defRPr sz="900" b="1" i="0">
                <a:solidFill>
                  <a:srgbClr val="5D7180"/>
                </a:solidFill>
                <a:latin typeface="Aptos"/>
                <a:ea typeface="Aptos"/>
                <a:cs typeface="Aptos"/>
              </a:defRPr>
            </a:lvl6pPr>
            <a:lvl7pPr algn="l">
              <a:defRPr sz="900" b="1" i="0">
                <a:solidFill>
                  <a:srgbClr val="5D7180"/>
                </a:solidFill>
                <a:latin typeface="Aptos"/>
                <a:ea typeface="Aptos"/>
                <a:cs typeface="Aptos"/>
              </a:defRPr>
            </a:lvl7pPr>
            <a:lvl8pPr algn="l">
              <a:defRPr sz="900" b="1" i="0">
                <a:solidFill>
                  <a:srgbClr val="5D7180"/>
                </a:solidFill>
                <a:latin typeface="Aptos"/>
                <a:ea typeface="Aptos"/>
                <a:cs typeface="Aptos"/>
              </a:defRPr>
            </a:lvl8pPr>
            <a:lvl9pPr algn="l">
              <a:defRPr sz="900" b="1" i="0">
                <a:solidFill>
                  <a:srgbClr val="5D7180"/>
                </a:solidFill>
                <a:latin typeface="Aptos"/>
                <a:ea typeface="Aptos"/>
                <a:cs typeface="Aptos"/>
              </a:defRPr>
            </a:lvl9pPr>
          </a:lstStyle>
          <a:p xmlns:a="http://schemas.openxmlformats.org/drawingml/2006/main">
            <a:pPr algn="l">
              <a:defRPr sz="900" b="1" i="0">
                <a:solidFill>
                  <a:srgbClr val="5D7180"/>
                </a:solidFill>
                <a:latin typeface="Aptos"/>
                <a:ea typeface="Aptos"/>
                <a:cs typeface="Aptos"/>
              </a:defRPr>
            </a:pPr>
            <a:r>
              <a:rPr sz="900" b="1" i="0">
                <a:solidFill>
                  <a:srgbClr val="5D7180"/>
                </a:solidFill>
                <a:latin typeface="Aptos"/>
                <a:ea typeface="Aptos"/>
                <a:cs typeface="Aptos"/>
              </a:rPr>
              <a:t>PROYECTO INTEGRADOR · MACHINE LEARNING</a:t>
            </a:r>
          </a:p>
        </p:txBody>
      </p:sp>
      <p:sp>
        <p:nvSpPr>
          <p:cNvPr id="25" name="">
            <a:extLst xmlns:a="http://schemas.openxmlformats.org/drawingml/2006/main">
              <a:ext uri="{FF2B5EF4-FFF2-40B4-BE49-F238E27FC236}">
                <a16:creationId xmlns:a16="http://schemas.microsoft.com/office/drawing/2014/main" id="{A2163F14-3D03-41B6-B205-DB5063FF5921}"/>
              </a:ext>
            </a:extLst>
          </p:cNvPr>
          <p:cNvSpPr>
            <a:spLocks xmlns:a="http://schemas.openxmlformats.org/drawingml/2006/main" noGrp="1"/>
          </p:cNvSpPr>
          <p:nvPr/>
        </p:nvSpPr>
        <p:spPr>
          <a:xfrm xmlns:a="http://schemas.openxmlformats.org/drawingml/2006/main">
            <a:off x="11163300" y="64198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lstStyle xmlns:a="http://schemas.openxmlformats.org/drawingml/2006/main">
            <a:defPPr algn="r">
              <a:defRPr sz="900" b="1" i="0">
                <a:solidFill>
                  <a:srgbClr val="5D7180"/>
                </a:solidFill>
                <a:latin typeface="Aptos"/>
                <a:ea typeface="Aptos"/>
                <a:cs typeface="Aptos"/>
              </a:defRPr>
            </a:defPPr>
            <a:lvl1pPr algn="r">
              <a:defRPr sz="900" b="1" i="0">
                <a:solidFill>
                  <a:srgbClr val="5D7180"/>
                </a:solidFill>
                <a:latin typeface="Aptos"/>
                <a:ea typeface="Aptos"/>
                <a:cs typeface="Aptos"/>
              </a:defRPr>
            </a:lvl1pPr>
            <a:lvl2pPr algn="r">
              <a:defRPr sz="900" b="1" i="0">
                <a:solidFill>
                  <a:srgbClr val="5D7180"/>
                </a:solidFill>
                <a:latin typeface="Aptos"/>
                <a:ea typeface="Aptos"/>
                <a:cs typeface="Aptos"/>
              </a:defRPr>
            </a:lvl2pPr>
            <a:lvl3pPr algn="r">
              <a:defRPr sz="900" b="1" i="0">
                <a:solidFill>
                  <a:srgbClr val="5D7180"/>
                </a:solidFill>
                <a:latin typeface="Aptos"/>
                <a:ea typeface="Aptos"/>
                <a:cs typeface="Aptos"/>
              </a:defRPr>
            </a:lvl3pPr>
            <a:lvl4pPr algn="r">
              <a:defRPr sz="900" b="1" i="0">
                <a:solidFill>
                  <a:srgbClr val="5D7180"/>
                </a:solidFill>
                <a:latin typeface="Aptos"/>
                <a:ea typeface="Aptos"/>
                <a:cs typeface="Aptos"/>
              </a:defRPr>
            </a:lvl4pPr>
            <a:lvl5pPr algn="r">
              <a:defRPr sz="900" b="1" i="0">
                <a:solidFill>
                  <a:srgbClr val="5D7180"/>
                </a:solidFill>
                <a:latin typeface="Aptos"/>
                <a:ea typeface="Aptos"/>
                <a:cs typeface="Aptos"/>
              </a:defRPr>
            </a:lvl5pPr>
            <a:lvl6pPr algn="r">
              <a:defRPr sz="900" b="1" i="0">
                <a:solidFill>
                  <a:srgbClr val="5D7180"/>
                </a:solidFill>
                <a:latin typeface="Aptos"/>
                <a:ea typeface="Aptos"/>
                <a:cs typeface="Aptos"/>
              </a:defRPr>
            </a:lvl6pPr>
            <a:lvl7pPr algn="r">
              <a:defRPr sz="900" b="1" i="0">
                <a:solidFill>
                  <a:srgbClr val="5D7180"/>
                </a:solidFill>
                <a:latin typeface="Aptos"/>
                <a:ea typeface="Aptos"/>
                <a:cs typeface="Aptos"/>
              </a:defRPr>
            </a:lvl7pPr>
            <a:lvl8pPr algn="r">
              <a:defRPr sz="900" b="1" i="0">
                <a:solidFill>
                  <a:srgbClr val="5D7180"/>
                </a:solidFill>
                <a:latin typeface="Aptos"/>
                <a:ea typeface="Aptos"/>
                <a:cs typeface="Aptos"/>
              </a:defRPr>
            </a:lvl8pPr>
            <a:lvl9pPr algn="r">
              <a:defRPr sz="900" b="1" i="0">
                <a:solidFill>
                  <a:srgbClr val="5D7180"/>
                </a:solidFill>
                <a:latin typeface="Aptos"/>
                <a:ea typeface="Aptos"/>
                <a:cs typeface="Aptos"/>
              </a:defRPr>
            </a:lvl9pPr>
          </a:lstStyle>
          <a:p xmlns:a="http://schemas.openxmlformats.org/drawingml/2006/main">
            <a:pPr algn="r">
              <a:defRPr sz="900" b="1" i="0">
                <a:solidFill>
                  <a:srgbClr val="5D7180"/>
                </a:solidFill>
                <a:latin typeface="Aptos"/>
                <a:ea typeface="Aptos"/>
                <a:cs typeface="Aptos"/>
              </a:defRPr>
            </a:pPr>
            <a:r>
              <a:rPr sz="900" b="1" i="0">
                <a:solidFill>
                  <a:srgbClr val="5D7180"/>
                </a:solidFill>
                <a:latin typeface="Aptos"/>
                <a:ea typeface="Aptos"/>
                <a:cs typeface="Aptos"/>
              </a:rPr>
              <a:t>08</a:t>
            </a:r>
          </a:p>
        </p:txBody>
      </p:sp>
    </p:spTree>
    <p:extLst>
      <p:ext uri="{BB962C8B-B14F-4D97-AF65-F5344CB8AC3E}">
        <p14:creationId xmlns:p14="http://schemas.microsoft.com/office/powerpoint/2010/main" val="11181523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2026-10-17T01:34:15.5180000Z</dcterms:created>
  <dcterms:modified xsi:type="dcterms:W3CDTF">2026-10-17T01:34:15.5190000Z</dcterms:modified>
</coreProperties>
</file>